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94"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F6EB4A-E413-4766-8B60-347D7C09026C}" v="13" dt="2023-05-25T03:53:52.9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94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h Verma" userId="5a43bc40-4e82-4f16-9c9e-5af7a51ff8da" providerId="ADAL" clId="{EDF6EB4A-E413-4766-8B60-347D7C09026C}"/>
    <pc:docChg chg="undo redo custSel addSld modSld addMainMaster delMainMaster">
      <pc:chgData name="Yash Verma" userId="5a43bc40-4e82-4f16-9c9e-5af7a51ff8da" providerId="ADAL" clId="{EDF6EB4A-E413-4766-8B60-347D7C09026C}" dt="2023-05-25T04:17:25.191" v="4370" actId="20577"/>
      <pc:docMkLst>
        <pc:docMk/>
      </pc:docMkLst>
      <pc:sldChg chg="addSp delSp modSp new mod setBg modClrScheme addAnim setClrOvrMap chgLayout">
        <pc:chgData name="Yash Verma" userId="5a43bc40-4e82-4f16-9c9e-5af7a51ff8da" providerId="ADAL" clId="{EDF6EB4A-E413-4766-8B60-347D7C09026C}" dt="2023-05-25T03:42:52.663" v="3157" actId="122"/>
        <pc:sldMkLst>
          <pc:docMk/>
          <pc:sldMk cId="1939591966" sldId="256"/>
        </pc:sldMkLst>
        <pc:spChg chg="mod ord">
          <ac:chgData name="Yash Verma" userId="5a43bc40-4e82-4f16-9c9e-5af7a51ff8da" providerId="ADAL" clId="{EDF6EB4A-E413-4766-8B60-347D7C09026C}" dt="2023-05-24T21:53:39.640" v="191" actId="1076"/>
          <ac:spMkLst>
            <pc:docMk/>
            <pc:sldMk cId="1939591966" sldId="256"/>
            <ac:spMk id="2" creationId="{65735D0A-7026-0E2E-F72C-BA5864DB30A6}"/>
          </ac:spMkLst>
        </pc:spChg>
        <pc:spChg chg="mod ord">
          <ac:chgData name="Yash Verma" userId="5a43bc40-4e82-4f16-9c9e-5af7a51ff8da" providerId="ADAL" clId="{EDF6EB4A-E413-4766-8B60-347D7C09026C}" dt="2023-05-25T03:42:52.663" v="3157" actId="122"/>
          <ac:spMkLst>
            <pc:docMk/>
            <pc:sldMk cId="1939591966" sldId="256"/>
            <ac:spMk id="3" creationId="{369A71F6-2B64-1F26-E9A3-2214E1A12FD9}"/>
          </ac:spMkLst>
        </pc:spChg>
        <pc:spChg chg="add del">
          <ac:chgData name="Yash Verma" userId="5a43bc40-4e82-4f16-9c9e-5af7a51ff8da" providerId="ADAL" clId="{EDF6EB4A-E413-4766-8B60-347D7C09026C}" dt="2023-05-24T21:40:43.565" v="99" actId="26606"/>
          <ac:spMkLst>
            <pc:docMk/>
            <pc:sldMk cId="1939591966" sldId="256"/>
            <ac:spMk id="9" creationId="{51C0BCA8-B9D5-4F84-B063-ABE683EE04E1}"/>
          </ac:spMkLst>
        </pc:spChg>
        <pc:spChg chg="add del">
          <ac:chgData name="Yash Verma" userId="5a43bc40-4e82-4f16-9c9e-5af7a51ff8da" providerId="ADAL" clId="{EDF6EB4A-E413-4766-8B60-347D7C09026C}" dt="2023-05-24T21:40:43.565" v="99" actId="26606"/>
          <ac:spMkLst>
            <pc:docMk/>
            <pc:sldMk cId="1939591966" sldId="256"/>
            <ac:spMk id="11" creationId="{3148D7B7-CAFA-4089-A365-6371A76FE4A6}"/>
          </ac:spMkLst>
        </pc:spChg>
        <pc:spChg chg="add del">
          <ac:chgData name="Yash Verma" userId="5a43bc40-4e82-4f16-9c9e-5af7a51ff8da" providerId="ADAL" clId="{EDF6EB4A-E413-4766-8B60-347D7C09026C}" dt="2023-05-24T21:41:22.401" v="105" actId="26606"/>
          <ac:spMkLst>
            <pc:docMk/>
            <pc:sldMk cId="1939591966" sldId="256"/>
            <ac:spMk id="18" creationId="{F1174801-1395-44C5-9B00-CCAC45C056E7}"/>
          </ac:spMkLst>
        </pc:spChg>
        <pc:spChg chg="add del">
          <ac:chgData name="Yash Verma" userId="5a43bc40-4e82-4f16-9c9e-5af7a51ff8da" providerId="ADAL" clId="{EDF6EB4A-E413-4766-8B60-347D7C09026C}" dt="2023-05-24T21:41:22.401" v="105" actId="26606"/>
          <ac:spMkLst>
            <pc:docMk/>
            <pc:sldMk cId="1939591966" sldId="256"/>
            <ac:spMk id="20" creationId="{996DFAFB-BCE1-4BEC-82FB-D574234DEF0A}"/>
          </ac:spMkLst>
        </pc:spChg>
        <pc:spChg chg="add del">
          <ac:chgData name="Yash Verma" userId="5a43bc40-4e82-4f16-9c9e-5af7a51ff8da" providerId="ADAL" clId="{EDF6EB4A-E413-4766-8B60-347D7C09026C}" dt="2023-05-24T21:41:22.401" v="105" actId="26606"/>
          <ac:spMkLst>
            <pc:docMk/>
            <pc:sldMk cId="1939591966" sldId="256"/>
            <ac:spMk id="22" creationId="{60E728E6-A07E-4A6C-AB92-D56E1402F61A}"/>
          </ac:spMkLst>
        </pc:spChg>
        <pc:spChg chg="add del">
          <ac:chgData name="Yash Verma" userId="5a43bc40-4e82-4f16-9c9e-5af7a51ff8da" providerId="ADAL" clId="{EDF6EB4A-E413-4766-8B60-347D7C09026C}" dt="2023-05-24T21:42:08.145" v="112" actId="26606"/>
          <ac:spMkLst>
            <pc:docMk/>
            <pc:sldMk cId="1939591966" sldId="256"/>
            <ac:spMk id="51" creationId="{0E91F5CA-B392-444C-88E3-BF5BAAEBDEB0}"/>
          </ac:spMkLst>
        </pc:spChg>
        <pc:spChg chg="add del">
          <ac:chgData name="Yash Verma" userId="5a43bc40-4e82-4f16-9c9e-5af7a51ff8da" providerId="ADAL" clId="{EDF6EB4A-E413-4766-8B60-347D7C09026C}" dt="2023-05-24T21:42:08.145" v="112" actId="26606"/>
          <ac:spMkLst>
            <pc:docMk/>
            <pc:sldMk cId="1939591966" sldId="256"/>
            <ac:spMk id="53" creationId="{0459807F-B6FA-44D3-9A53-C55B6B56884A}"/>
          </ac:spMkLst>
        </pc:spChg>
        <pc:spChg chg="add del">
          <ac:chgData name="Yash Verma" userId="5a43bc40-4e82-4f16-9c9e-5af7a51ff8da" providerId="ADAL" clId="{EDF6EB4A-E413-4766-8B60-347D7C09026C}" dt="2023-05-24T21:42:08.050" v="111" actId="26606"/>
          <ac:spMkLst>
            <pc:docMk/>
            <pc:sldMk cId="1939591966" sldId="256"/>
            <ac:spMk id="58" creationId="{956C5C09-0043-4549-B800-2101B70D667D}"/>
          </ac:spMkLst>
        </pc:spChg>
        <pc:spChg chg="add del">
          <ac:chgData name="Yash Verma" userId="5a43bc40-4e82-4f16-9c9e-5af7a51ff8da" providerId="ADAL" clId="{EDF6EB4A-E413-4766-8B60-347D7C09026C}" dt="2023-05-24T21:42:08.050" v="111" actId="26606"/>
          <ac:spMkLst>
            <pc:docMk/>
            <pc:sldMk cId="1939591966" sldId="256"/>
            <ac:spMk id="60" creationId="{AA4C3261-E83D-49C6-8D5B-92EAB81BD4A7}"/>
          </ac:spMkLst>
        </pc:spChg>
        <pc:spChg chg="add del">
          <ac:chgData name="Yash Verma" userId="5a43bc40-4e82-4f16-9c9e-5af7a51ff8da" providerId="ADAL" clId="{EDF6EB4A-E413-4766-8B60-347D7C09026C}" dt="2023-05-24T21:42:08.050" v="111" actId="26606"/>
          <ac:spMkLst>
            <pc:docMk/>
            <pc:sldMk cId="1939591966" sldId="256"/>
            <ac:spMk id="62" creationId="{B2C335F7-F61C-4EB4-80F2-4B1438FE66BB}"/>
          </ac:spMkLst>
        </pc:spChg>
        <pc:spChg chg="add del">
          <ac:chgData name="Yash Verma" userId="5a43bc40-4e82-4f16-9c9e-5af7a51ff8da" providerId="ADAL" clId="{EDF6EB4A-E413-4766-8B60-347D7C09026C}" dt="2023-05-24T21:43:15.840" v="131" actId="26606"/>
          <ac:spMkLst>
            <pc:docMk/>
            <pc:sldMk cId="1939591966" sldId="256"/>
            <ac:spMk id="64" creationId="{ECD84B89-83B1-AA44-B9BE-C68A3A346981}"/>
          </ac:spMkLst>
        </pc:spChg>
        <pc:spChg chg="add del">
          <ac:chgData name="Yash Verma" userId="5a43bc40-4e82-4f16-9c9e-5af7a51ff8da" providerId="ADAL" clId="{EDF6EB4A-E413-4766-8B60-347D7C09026C}" dt="2023-05-24T21:43:15.840" v="131" actId="26606"/>
          <ac:spMkLst>
            <pc:docMk/>
            <pc:sldMk cId="1939591966" sldId="256"/>
            <ac:spMk id="65" creationId="{DF3B9D9F-2555-4B2E-AD17-056B66596D5A}"/>
          </ac:spMkLst>
        </pc:spChg>
        <pc:spChg chg="add del">
          <ac:chgData name="Yash Verma" userId="5a43bc40-4e82-4f16-9c9e-5af7a51ff8da" providerId="ADAL" clId="{EDF6EB4A-E413-4766-8B60-347D7C09026C}" dt="2023-05-24T21:43:15.840" v="131" actId="26606"/>
          <ac:spMkLst>
            <pc:docMk/>
            <pc:sldMk cId="1939591966" sldId="256"/>
            <ac:spMk id="66" creationId="{98F816C8-664D-4D46-87AC-DD7054006763}"/>
          </ac:spMkLst>
        </pc:spChg>
        <pc:spChg chg="add del">
          <ac:chgData name="Yash Verma" userId="5a43bc40-4e82-4f16-9c9e-5af7a51ff8da" providerId="ADAL" clId="{EDF6EB4A-E413-4766-8B60-347D7C09026C}" dt="2023-05-24T21:43:12.360" v="121" actId="26606"/>
          <ac:spMkLst>
            <pc:docMk/>
            <pc:sldMk cId="1939591966" sldId="256"/>
            <ac:spMk id="71" creationId="{55B419A7-F817-4767-8CCB-FB0E189C4ACD}"/>
          </ac:spMkLst>
        </pc:spChg>
        <pc:spChg chg="add del">
          <ac:chgData name="Yash Verma" userId="5a43bc40-4e82-4f16-9c9e-5af7a51ff8da" providerId="ADAL" clId="{EDF6EB4A-E413-4766-8B60-347D7C09026C}" dt="2023-05-24T21:43:12.360" v="121" actId="26606"/>
          <ac:spMkLst>
            <pc:docMk/>
            <pc:sldMk cId="1939591966" sldId="256"/>
            <ac:spMk id="73" creationId="{ADA271CD-3011-4A05-B4A3-80F1794684F2}"/>
          </ac:spMkLst>
        </pc:spChg>
        <pc:spChg chg="add del">
          <ac:chgData name="Yash Verma" userId="5a43bc40-4e82-4f16-9c9e-5af7a51ff8da" providerId="ADAL" clId="{EDF6EB4A-E413-4766-8B60-347D7C09026C}" dt="2023-05-24T21:43:13.794" v="124" actId="26606"/>
          <ac:spMkLst>
            <pc:docMk/>
            <pc:sldMk cId="1939591966" sldId="256"/>
            <ac:spMk id="75" creationId="{0B243D86-12F0-453D-A6EB-74BDD2269252}"/>
          </ac:spMkLst>
        </pc:spChg>
        <pc:spChg chg="add del">
          <ac:chgData name="Yash Verma" userId="5a43bc40-4e82-4f16-9c9e-5af7a51ff8da" providerId="ADAL" clId="{EDF6EB4A-E413-4766-8B60-347D7C09026C}" dt="2023-05-24T21:43:14.383" v="127" actId="26606"/>
          <ac:spMkLst>
            <pc:docMk/>
            <pc:sldMk cId="1939591966" sldId="256"/>
            <ac:spMk id="84" creationId="{EB9B5A19-3592-48E2-BC31-90E092BD68E1}"/>
          </ac:spMkLst>
        </pc:spChg>
        <pc:spChg chg="add del">
          <ac:chgData name="Yash Verma" userId="5a43bc40-4e82-4f16-9c9e-5af7a51ff8da" providerId="ADAL" clId="{EDF6EB4A-E413-4766-8B60-347D7C09026C}" dt="2023-05-24T21:43:14.383" v="127" actId="26606"/>
          <ac:spMkLst>
            <pc:docMk/>
            <pc:sldMk cId="1939591966" sldId="256"/>
            <ac:spMk id="85" creationId="{DD99E1B6-CBC4-4306-9DFC-847D6D135208}"/>
          </ac:spMkLst>
        </pc:spChg>
        <pc:spChg chg="add del">
          <ac:chgData name="Yash Verma" userId="5a43bc40-4e82-4f16-9c9e-5af7a51ff8da" providerId="ADAL" clId="{EDF6EB4A-E413-4766-8B60-347D7C09026C}" dt="2023-05-24T21:45:01.311" v="154" actId="26606"/>
          <ac:spMkLst>
            <pc:docMk/>
            <pc:sldMk cId="1939591966" sldId="256"/>
            <ac:spMk id="88" creationId="{03E51277-1095-412F-913B-8FA8021AA626}"/>
          </ac:spMkLst>
        </pc:spChg>
        <pc:spChg chg="add del">
          <ac:chgData name="Yash Verma" userId="5a43bc40-4e82-4f16-9c9e-5af7a51ff8da" providerId="ADAL" clId="{EDF6EB4A-E413-4766-8B60-347D7C09026C}" dt="2023-05-24T21:43:15.704" v="130" actId="26606"/>
          <ac:spMkLst>
            <pc:docMk/>
            <pc:sldMk cId="1939591966" sldId="256"/>
            <ac:spMk id="94" creationId="{94C0C11B-582D-4BD6-AFEF-ED15AAF1604A}"/>
          </ac:spMkLst>
        </pc:spChg>
        <pc:spChg chg="add del">
          <ac:chgData name="Yash Verma" userId="5a43bc40-4e82-4f16-9c9e-5af7a51ff8da" providerId="ADAL" clId="{EDF6EB4A-E413-4766-8B60-347D7C09026C}" dt="2023-05-24T21:43:15.704" v="130" actId="26606"/>
          <ac:spMkLst>
            <pc:docMk/>
            <pc:sldMk cId="1939591966" sldId="256"/>
            <ac:spMk id="95" creationId="{72EF3F9A-9717-4ACB-A30D-96694842C4F7}"/>
          </ac:spMkLst>
        </pc:spChg>
        <pc:spChg chg="add del">
          <ac:chgData name="Yash Verma" userId="5a43bc40-4e82-4f16-9c9e-5af7a51ff8da" providerId="ADAL" clId="{EDF6EB4A-E413-4766-8B60-347D7C09026C}" dt="2023-05-24T21:45:01.311" v="154" actId="26606"/>
          <ac:spMkLst>
            <pc:docMk/>
            <pc:sldMk cId="1939591966" sldId="256"/>
            <ac:spMk id="109" creationId="{3A6C273A-38F2-4D34-98BF-47B248862B76}"/>
          </ac:spMkLst>
        </pc:spChg>
        <pc:spChg chg="add del">
          <ac:chgData name="Yash Verma" userId="5a43bc40-4e82-4f16-9c9e-5af7a51ff8da" providerId="ADAL" clId="{EDF6EB4A-E413-4766-8B60-347D7C09026C}" dt="2023-05-24T21:45:01.311" v="154" actId="26606"/>
          <ac:spMkLst>
            <pc:docMk/>
            <pc:sldMk cId="1939591966" sldId="256"/>
            <ac:spMk id="113" creationId="{2E2CF659-EE5D-432C-B47F-10AC4A48A347}"/>
          </ac:spMkLst>
        </pc:spChg>
        <pc:spChg chg="add del">
          <ac:chgData name="Yash Verma" userId="5a43bc40-4e82-4f16-9c9e-5af7a51ff8da" providerId="ADAL" clId="{EDF6EB4A-E413-4766-8B60-347D7C09026C}" dt="2023-05-24T21:45:01.311" v="154" actId="26606"/>
          <ac:spMkLst>
            <pc:docMk/>
            <pc:sldMk cId="1939591966" sldId="256"/>
            <ac:spMk id="114" creationId="{683AA549-1F0C-46E0-AAD8-DC3DC6CA6181}"/>
          </ac:spMkLst>
        </pc:spChg>
        <pc:spChg chg="add del">
          <ac:chgData name="Yash Verma" userId="5a43bc40-4e82-4f16-9c9e-5af7a51ff8da" providerId="ADAL" clId="{EDF6EB4A-E413-4766-8B60-347D7C09026C}" dt="2023-05-24T21:44:57.259" v="151" actId="26606"/>
          <ac:spMkLst>
            <pc:docMk/>
            <pc:sldMk cId="1939591966" sldId="256"/>
            <ac:spMk id="124" creationId="{6CA2C65D-0168-1245-86C8-62A8A6F7B813}"/>
          </ac:spMkLst>
        </pc:spChg>
        <pc:spChg chg="add del">
          <ac:chgData name="Yash Verma" userId="5a43bc40-4e82-4f16-9c9e-5af7a51ff8da" providerId="ADAL" clId="{EDF6EB4A-E413-4766-8B60-347D7C09026C}" dt="2023-05-24T21:44:57.259" v="151" actId="26606"/>
          <ac:spMkLst>
            <pc:docMk/>
            <pc:sldMk cId="1939591966" sldId="256"/>
            <ac:spMk id="126" creationId="{4029224B-C0FC-EC47-B248-0D4271BC7FC3}"/>
          </ac:spMkLst>
        </pc:spChg>
        <pc:spChg chg="add del">
          <ac:chgData name="Yash Verma" userId="5a43bc40-4e82-4f16-9c9e-5af7a51ff8da" providerId="ADAL" clId="{EDF6EB4A-E413-4766-8B60-347D7C09026C}" dt="2023-05-24T21:44:57.259" v="151" actId="26606"/>
          <ac:spMkLst>
            <pc:docMk/>
            <pc:sldMk cId="1939591966" sldId="256"/>
            <ac:spMk id="128" creationId="{755E9273-3717-C94C-9BFF-75E87E47C46A}"/>
          </ac:spMkLst>
        </pc:spChg>
        <pc:spChg chg="add del">
          <ac:chgData name="Yash Verma" userId="5a43bc40-4e82-4f16-9c9e-5af7a51ff8da" providerId="ADAL" clId="{EDF6EB4A-E413-4766-8B60-347D7C09026C}" dt="2023-05-24T21:45:01.202" v="153" actId="26606"/>
          <ac:spMkLst>
            <pc:docMk/>
            <pc:sldMk cId="1939591966" sldId="256"/>
            <ac:spMk id="131" creationId="{BC88933B-CFB2-4662-9CA9-2C1E08385BA5}"/>
          </ac:spMkLst>
        </pc:spChg>
        <pc:spChg chg="add del">
          <ac:chgData name="Yash Verma" userId="5a43bc40-4e82-4f16-9c9e-5af7a51ff8da" providerId="ADAL" clId="{EDF6EB4A-E413-4766-8B60-347D7C09026C}" dt="2023-05-24T21:45:01.202" v="153" actId="26606"/>
          <ac:spMkLst>
            <pc:docMk/>
            <pc:sldMk cId="1939591966" sldId="256"/>
            <ac:spMk id="132" creationId="{F909EEE1-52DB-4A86-AFCE-CCE9041848D1}"/>
          </ac:spMkLst>
        </pc:spChg>
        <pc:spChg chg="add del">
          <ac:chgData name="Yash Verma" userId="5a43bc40-4e82-4f16-9c9e-5af7a51ff8da" providerId="ADAL" clId="{EDF6EB4A-E413-4766-8B60-347D7C09026C}" dt="2023-05-24T21:45:31.105" v="157" actId="26606"/>
          <ac:spMkLst>
            <pc:docMk/>
            <pc:sldMk cId="1939591966" sldId="256"/>
            <ac:spMk id="135" creationId="{E08D4B6A-8113-4DFB-B82E-B60CAC8E0A50}"/>
          </ac:spMkLst>
        </pc:spChg>
        <pc:spChg chg="add del">
          <ac:chgData name="Yash Verma" userId="5a43bc40-4e82-4f16-9c9e-5af7a51ff8da" providerId="ADAL" clId="{EDF6EB4A-E413-4766-8B60-347D7C09026C}" dt="2023-05-24T21:45:31.105" v="157" actId="26606"/>
          <ac:spMkLst>
            <pc:docMk/>
            <pc:sldMk cId="1939591966" sldId="256"/>
            <ac:spMk id="136" creationId="{9822E561-F97C-4CBB-A9A6-A6BF6317BC84}"/>
          </ac:spMkLst>
        </pc:spChg>
        <pc:spChg chg="add del">
          <ac:chgData name="Yash Verma" userId="5a43bc40-4e82-4f16-9c9e-5af7a51ff8da" providerId="ADAL" clId="{EDF6EB4A-E413-4766-8B60-347D7C09026C}" dt="2023-05-24T21:45:31.105" v="157" actId="26606"/>
          <ac:spMkLst>
            <pc:docMk/>
            <pc:sldMk cId="1939591966" sldId="256"/>
            <ac:spMk id="137" creationId="{B01B0E58-A5C8-4CDA-A2E0-35DF94E59857}"/>
          </ac:spMkLst>
        </pc:spChg>
        <pc:spChg chg="add del">
          <ac:chgData name="Yash Verma" userId="5a43bc40-4e82-4f16-9c9e-5af7a51ff8da" providerId="ADAL" clId="{EDF6EB4A-E413-4766-8B60-347D7C09026C}" dt="2023-05-24T21:46:16.154" v="164" actId="26606"/>
          <ac:spMkLst>
            <pc:docMk/>
            <pc:sldMk cId="1939591966" sldId="256"/>
            <ac:spMk id="142" creationId="{8C790BE2-4E4F-4AAF-81A2-4A6F4885EBE6}"/>
          </ac:spMkLst>
        </pc:spChg>
        <pc:spChg chg="add del">
          <ac:chgData name="Yash Verma" userId="5a43bc40-4e82-4f16-9c9e-5af7a51ff8da" providerId="ADAL" clId="{EDF6EB4A-E413-4766-8B60-347D7C09026C}" dt="2023-05-24T21:46:16.154" v="164" actId="26606"/>
          <ac:spMkLst>
            <pc:docMk/>
            <pc:sldMk cId="1939591966" sldId="256"/>
            <ac:spMk id="144" creationId="{D28B54C3-B57B-472A-B96E-1FCB67093DC2}"/>
          </ac:spMkLst>
        </pc:spChg>
        <pc:spChg chg="add del">
          <ac:chgData name="Yash Verma" userId="5a43bc40-4e82-4f16-9c9e-5af7a51ff8da" providerId="ADAL" clId="{EDF6EB4A-E413-4766-8B60-347D7C09026C}" dt="2023-05-24T21:46:16.154" v="164" actId="26606"/>
          <ac:spMkLst>
            <pc:docMk/>
            <pc:sldMk cId="1939591966" sldId="256"/>
            <ac:spMk id="146" creationId="{7DB3C429-F8DA-49B9-AF84-21996FCF78B5}"/>
          </ac:spMkLst>
        </pc:spChg>
        <pc:spChg chg="add del">
          <ac:chgData name="Yash Verma" userId="5a43bc40-4e82-4f16-9c9e-5af7a51ff8da" providerId="ADAL" clId="{EDF6EB4A-E413-4766-8B60-347D7C09026C}" dt="2023-05-24T21:46:16.154" v="164" actId="26606"/>
          <ac:spMkLst>
            <pc:docMk/>
            <pc:sldMk cId="1939591966" sldId="256"/>
            <ac:spMk id="148" creationId="{C4C9F2B0-1044-46EB-8AEB-C3BFFDE6C2CC}"/>
          </ac:spMkLst>
        </pc:spChg>
        <pc:spChg chg="add del">
          <ac:chgData name="Yash Verma" userId="5a43bc40-4e82-4f16-9c9e-5af7a51ff8da" providerId="ADAL" clId="{EDF6EB4A-E413-4766-8B60-347D7C09026C}" dt="2023-05-24T21:46:16.154" v="164" actId="26606"/>
          <ac:spMkLst>
            <pc:docMk/>
            <pc:sldMk cId="1939591966" sldId="256"/>
            <ac:spMk id="150" creationId="{32B3ACB3-D689-442E-8A40-8680B0FEB8A2}"/>
          </ac:spMkLst>
        </pc:spChg>
        <pc:spChg chg="add del">
          <ac:chgData name="Yash Verma" userId="5a43bc40-4e82-4f16-9c9e-5af7a51ff8da" providerId="ADAL" clId="{EDF6EB4A-E413-4766-8B60-347D7C09026C}" dt="2023-05-24T21:46:16.086" v="163" actId="26606"/>
          <ac:spMkLst>
            <pc:docMk/>
            <pc:sldMk cId="1939591966" sldId="256"/>
            <ac:spMk id="155" creationId="{7A18C9FB-EC4C-4DAE-8F7D-C6E5AF607958}"/>
          </ac:spMkLst>
        </pc:spChg>
        <pc:spChg chg="add del">
          <ac:chgData name="Yash Verma" userId="5a43bc40-4e82-4f16-9c9e-5af7a51ff8da" providerId="ADAL" clId="{EDF6EB4A-E413-4766-8B60-347D7C09026C}" dt="2023-05-24T21:46:16.086" v="163" actId="26606"/>
          <ac:spMkLst>
            <pc:docMk/>
            <pc:sldMk cId="1939591966" sldId="256"/>
            <ac:spMk id="157" creationId="{3B2B1500-BB55-471C-8A9E-67288297ECE1}"/>
          </ac:spMkLst>
        </pc:spChg>
        <pc:spChg chg="add del">
          <ac:chgData name="Yash Verma" userId="5a43bc40-4e82-4f16-9c9e-5af7a51ff8da" providerId="ADAL" clId="{EDF6EB4A-E413-4766-8B60-347D7C09026C}" dt="2023-05-24T21:46:16.086" v="163" actId="26606"/>
          <ac:spMkLst>
            <pc:docMk/>
            <pc:sldMk cId="1939591966" sldId="256"/>
            <ac:spMk id="159" creationId="{3045E22C-A99D-41BB-AF14-EF1B1E745A70}"/>
          </ac:spMkLst>
        </pc:spChg>
        <pc:spChg chg="add del">
          <ac:chgData name="Yash Verma" userId="5a43bc40-4e82-4f16-9c9e-5af7a51ff8da" providerId="ADAL" clId="{EDF6EB4A-E413-4766-8B60-347D7C09026C}" dt="2023-05-24T21:47:34.082" v="172" actId="26606"/>
          <ac:spMkLst>
            <pc:docMk/>
            <pc:sldMk cId="1939591966" sldId="256"/>
            <ac:spMk id="161" creationId="{85CB65D0-496F-4797-A015-C85839E35D1A}"/>
          </ac:spMkLst>
        </pc:spChg>
        <pc:spChg chg="add del">
          <ac:chgData name="Yash Verma" userId="5a43bc40-4e82-4f16-9c9e-5af7a51ff8da" providerId="ADAL" clId="{EDF6EB4A-E413-4766-8B60-347D7C09026C}" dt="2023-05-24T21:47:34.082" v="172" actId="26606"/>
          <ac:spMkLst>
            <pc:docMk/>
            <pc:sldMk cId="1939591966" sldId="256"/>
            <ac:spMk id="162" creationId="{95D2C779-8883-4E5F-A170-0F464918C1B7}"/>
          </ac:spMkLst>
        </pc:spChg>
        <pc:spChg chg="add del">
          <ac:chgData name="Yash Verma" userId="5a43bc40-4e82-4f16-9c9e-5af7a51ff8da" providerId="ADAL" clId="{EDF6EB4A-E413-4766-8B60-347D7C09026C}" dt="2023-05-24T21:47:34.013" v="171" actId="26606"/>
          <ac:spMkLst>
            <pc:docMk/>
            <pc:sldMk cId="1939591966" sldId="256"/>
            <ac:spMk id="168" creationId="{A8384FB5-9ADC-4DDC-881B-597D56F5B15D}"/>
          </ac:spMkLst>
        </pc:spChg>
        <pc:spChg chg="add del">
          <ac:chgData name="Yash Verma" userId="5a43bc40-4e82-4f16-9c9e-5af7a51ff8da" providerId="ADAL" clId="{EDF6EB4A-E413-4766-8B60-347D7C09026C}" dt="2023-05-24T21:47:34.013" v="171" actId="26606"/>
          <ac:spMkLst>
            <pc:docMk/>
            <pc:sldMk cId="1939591966" sldId="256"/>
            <ac:spMk id="170" creationId="{0AF57B88-1D4C-41FA-A761-EC1DD10C35CB}"/>
          </ac:spMkLst>
        </pc:spChg>
        <pc:spChg chg="add del">
          <ac:chgData name="Yash Verma" userId="5a43bc40-4e82-4f16-9c9e-5af7a51ff8da" providerId="ADAL" clId="{EDF6EB4A-E413-4766-8B60-347D7C09026C}" dt="2023-05-24T21:47:34.013" v="171" actId="26606"/>
          <ac:spMkLst>
            <pc:docMk/>
            <pc:sldMk cId="1939591966" sldId="256"/>
            <ac:spMk id="172" creationId="{D2548F45-5164-4ABB-8212-7F293FDED8D4}"/>
          </ac:spMkLst>
        </pc:spChg>
        <pc:spChg chg="add del">
          <ac:chgData name="Yash Verma" userId="5a43bc40-4e82-4f16-9c9e-5af7a51ff8da" providerId="ADAL" clId="{EDF6EB4A-E413-4766-8B60-347D7C09026C}" dt="2023-05-24T21:47:34.013" v="171" actId="26606"/>
          <ac:spMkLst>
            <pc:docMk/>
            <pc:sldMk cId="1939591966" sldId="256"/>
            <ac:spMk id="174" creationId="{5E81CCFB-7BEF-4186-86FB-D09450B4D02D}"/>
          </ac:spMkLst>
        </pc:spChg>
        <pc:spChg chg="add">
          <ac:chgData name="Yash Verma" userId="5a43bc40-4e82-4f16-9c9e-5af7a51ff8da" providerId="ADAL" clId="{EDF6EB4A-E413-4766-8B60-347D7C09026C}" dt="2023-05-24T21:47:34.082" v="172" actId="26606"/>
          <ac:spMkLst>
            <pc:docMk/>
            <pc:sldMk cId="1939591966" sldId="256"/>
            <ac:spMk id="176" creationId="{A88F843D-1C1B-C740-AC27-E3238D0F5F47}"/>
          </ac:spMkLst>
        </pc:spChg>
        <pc:spChg chg="add">
          <ac:chgData name="Yash Verma" userId="5a43bc40-4e82-4f16-9c9e-5af7a51ff8da" providerId="ADAL" clId="{EDF6EB4A-E413-4766-8B60-347D7C09026C}" dt="2023-05-24T21:47:34.082" v="172" actId="26606"/>
          <ac:spMkLst>
            <pc:docMk/>
            <pc:sldMk cId="1939591966" sldId="256"/>
            <ac:spMk id="177" creationId="{A21C8291-E3D5-4240-8FF4-E5213CBCC453}"/>
          </ac:spMkLst>
        </pc:spChg>
        <pc:spChg chg="add">
          <ac:chgData name="Yash Verma" userId="5a43bc40-4e82-4f16-9c9e-5af7a51ff8da" providerId="ADAL" clId="{EDF6EB4A-E413-4766-8B60-347D7C09026C}" dt="2023-05-24T21:47:34.082" v="172" actId="26606"/>
          <ac:spMkLst>
            <pc:docMk/>
            <pc:sldMk cId="1939591966" sldId="256"/>
            <ac:spMk id="178" creationId="{08B44AFE-C181-7047-8CC9-CA00BD385EEA}"/>
          </ac:spMkLst>
        </pc:spChg>
        <pc:grpChg chg="add del">
          <ac:chgData name="Yash Verma" userId="5a43bc40-4e82-4f16-9c9e-5af7a51ff8da" providerId="ADAL" clId="{EDF6EB4A-E413-4766-8B60-347D7C09026C}" dt="2023-05-24T21:41:22.401" v="105" actId="26606"/>
          <ac:grpSpMkLst>
            <pc:docMk/>
            <pc:sldMk cId="1939591966" sldId="256"/>
            <ac:grpSpMk id="24" creationId="{18579DB9-24B0-487B-81E3-8D02AD5F8C81}"/>
          </ac:grpSpMkLst>
        </pc:grpChg>
        <pc:grpChg chg="add del">
          <ac:chgData name="Yash Verma" userId="5a43bc40-4e82-4f16-9c9e-5af7a51ff8da" providerId="ADAL" clId="{EDF6EB4A-E413-4766-8B60-347D7C09026C}" dt="2023-05-24T21:41:22.401" v="105" actId="26606"/>
          <ac:grpSpMkLst>
            <pc:docMk/>
            <pc:sldMk cId="1939591966" sldId="256"/>
            <ac:grpSpMk id="33" creationId="{5C0E6139-8A19-4905-87E2-E547D7B7F1AF}"/>
          </ac:grpSpMkLst>
        </pc:grpChg>
        <pc:grpChg chg="add del">
          <ac:chgData name="Yash Verma" userId="5a43bc40-4e82-4f16-9c9e-5af7a51ff8da" providerId="ADAL" clId="{EDF6EB4A-E413-4766-8B60-347D7C09026C}" dt="2023-05-24T21:41:22.401" v="105" actId="26606"/>
          <ac:grpSpMkLst>
            <pc:docMk/>
            <pc:sldMk cId="1939591966" sldId="256"/>
            <ac:grpSpMk id="37" creationId="{8F281804-17FE-49B9-9065-1A44CD473CAE}"/>
          </ac:grpSpMkLst>
        </pc:grpChg>
        <pc:grpChg chg="add del">
          <ac:chgData name="Yash Verma" userId="5a43bc40-4e82-4f16-9c9e-5af7a51ff8da" providerId="ADAL" clId="{EDF6EB4A-E413-4766-8B60-347D7C09026C}" dt="2023-05-24T21:45:01.311" v="154" actId="26606"/>
          <ac:grpSpMkLst>
            <pc:docMk/>
            <pc:sldMk cId="1939591966" sldId="256"/>
            <ac:grpSpMk id="77" creationId="{7B2F7E43-35EC-4103-9D95-2ACDB00387CC}"/>
          </ac:grpSpMkLst>
        </pc:grpChg>
        <pc:grpChg chg="add del">
          <ac:chgData name="Yash Verma" userId="5a43bc40-4e82-4f16-9c9e-5af7a51ff8da" providerId="ADAL" clId="{EDF6EB4A-E413-4766-8B60-347D7C09026C}" dt="2023-05-24T21:43:14.383" v="127" actId="26606"/>
          <ac:grpSpMkLst>
            <pc:docMk/>
            <pc:sldMk cId="1939591966" sldId="256"/>
            <ac:grpSpMk id="86" creationId="{E2548C40-4C00-4E91-BFA6-84B4D66225A4}"/>
          </ac:grpSpMkLst>
        </pc:grpChg>
        <pc:grpChg chg="add del">
          <ac:chgData name="Yash Verma" userId="5a43bc40-4e82-4f16-9c9e-5af7a51ff8da" providerId="ADAL" clId="{EDF6EB4A-E413-4766-8B60-347D7C09026C}" dt="2023-05-24T21:43:14.383" v="127" actId="26606"/>
          <ac:grpSpMkLst>
            <pc:docMk/>
            <pc:sldMk cId="1939591966" sldId="256"/>
            <ac:grpSpMk id="87" creationId="{3C16EB93-E299-481D-A004-769603D375CE}"/>
          </ac:grpSpMkLst>
        </pc:grpChg>
        <pc:grpChg chg="add del">
          <ac:chgData name="Yash Verma" userId="5a43bc40-4e82-4f16-9c9e-5af7a51ff8da" providerId="ADAL" clId="{EDF6EB4A-E413-4766-8B60-347D7C09026C}" dt="2023-05-24T21:45:01.311" v="154" actId="26606"/>
          <ac:grpSpMkLst>
            <pc:docMk/>
            <pc:sldMk cId="1939591966" sldId="256"/>
            <ac:grpSpMk id="90" creationId="{96F2112D-BBBE-46A6-B66D-A3F02ED3284E}"/>
          </ac:grpSpMkLst>
        </pc:grpChg>
        <pc:grpChg chg="add del">
          <ac:chgData name="Yash Verma" userId="5a43bc40-4e82-4f16-9c9e-5af7a51ff8da" providerId="ADAL" clId="{EDF6EB4A-E413-4766-8B60-347D7C09026C}" dt="2023-05-24T21:45:01.311" v="154" actId="26606"/>
          <ac:grpSpMkLst>
            <pc:docMk/>
            <pc:sldMk cId="1939591966" sldId="256"/>
            <ac:grpSpMk id="110" creationId="{DDB99EF5-8801-40E2-83D3-196FADCBBA7F}"/>
          </ac:grpSpMkLst>
        </pc:grpChg>
        <pc:picChg chg="add mod ord">
          <ac:chgData name="Yash Verma" userId="5a43bc40-4e82-4f16-9c9e-5af7a51ff8da" providerId="ADAL" clId="{EDF6EB4A-E413-4766-8B60-347D7C09026C}" dt="2023-05-24T21:47:34.082" v="172" actId="26606"/>
          <ac:picMkLst>
            <pc:docMk/>
            <pc:sldMk cId="1939591966" sldId="256"/>
            <ac:picMk id="4" creationId="{38871284-231F-4A81-60C5-206C01A9E2D4}"/>
          </ac:picMkLst>
        </pc:picChg>
        <pc:cxnChg chg="add del">
          <ac:chgData name="Yash Verma" userId="5a43bc40-4e82-4f16-9c9e-5af7a51ff8da" providerId="ADAL" clId="{EDF6EB4A-E413-4766-8B60-347D7C09026C}" dt="2023-05-24T21:40:43.565" v="99" actId="26606"/>
          <ac:cxnSpMkLst>
            <pc:docMk/>
            <pc:sldMk cId="1939591966" sldId="256"/>
            <ac:cxnSpMk id="13" creationId="{7476E355-DC49-4AFB-88DE-62B854B9B315}"/>
          </ac:cxnSpMkLst>
        </pc:cxnChg>
        <pc:cxnChg chg="add del">
          <ac:chgData name="Yash Verma" userId="5a43bc40-4e82-4f16-9c9e-5af7a51ff8da" providerId="ADAL" clId="{EDF6EB4A-E413-4766-8B60-347D7C09026C}" dt="2023-05-24T21:43:13.794" v="124" actId="26606"/>
          <ac:cxnSpMkLst>
            <pc:docMk/>
            <pc:sldMk cId="1939591966" sldId="256"/>
            <ac:cxnSpMk id="76" creationId="{B0AA360F-DECB-4836-8FB6-22C4BC3FB02D}"/>
          </ac:cxnSpMkLst>
        </pc:cxnChg>
        <pc:cxnChg chg="add del mod">
          <ac:chgData name="Yash Verma" userId="5a43bc40-4e82-4f16-9c9e-5af7a51ff8da" providerId="ADAL" clId="{EDF6EB4A-E413-4766-8B60-347D7C09026C}" dt="2023-05-24T21:45:01.202" v="153" actId="26606"/>
          <ac:cxnSpMkLst>
            <pc:docMk/>
            <pc:sldMk cId="1939591966" sldId="256"/>
            <ac:cxnSpMk id="130" creationId="{CBD85EF3-E980-4EF9-BF91-C0540D302A95}"/>
          </ac:cxnSpMkLst>
        </pc:cxnChg>
        <pc:cxnChg chg="add del">
          <ac:chgData name="Yash Verma" userId="5a43bc40-4e82-4f16-9c9e-5af7a51ff8da" providerId="ADAL" clId="{EDF6EB4A-E413-4766-8B60-347D7C09026C}" dt="2023-05-24T21:45:01.202" v="153" actId="26606"/>
          <ac:cxnSpMkLst>
            <pc:docMk/>
            <pc:sldMk cId="1939591966" sldId="256"/>
            <ac:cxnSpMk id="133" creationId="{326FE4BA-3BD1-4AB3-A3EB-39FF16D96403}"/>
          </ac:cxnSpMkLst>
        </pc:cxnChg>
        <pc:cxnChg chg="add del">
          <ac:chgData name="Yash Verma" userId="5a43bc40-4e82-4f16-9c9e-5af7a51ff8da" providerId="ADAL" clId="{EDF6EB4A-E413-4766-8B60-347D7C09026C}" dt="2023-05-24T21:47:34.082" v="172" actId="26606"/>
          <ac:cxnSpMkLst>
            <pc:docMk/>
            <pc:sldMk cId="1939591966" sldId="256"/>
            <ac:cxnSpMk id="163" creationId="{BD96A694-258D-4418-A83C-B9BA72FD44B8}"/>
          </ac:cxnSpMkLst>
        </pc:cxnChg>
      </pc:sldChg>
      <pc:sldChg chg="modSp new mod">
        <pc:chgData name="Yash Verma" userId="5a43bc40-4e82-4f16-9c9e-5af7a51ff8da" providerId="ADAL" clId="{EDF6EB4A-E413-4766-8B60-347D7C09026C}" dt="2023-05-25T03:08:05.090" v="1549" actId="20577"/>
        <pc:sldMkLst>
          <pc:docMk/>
          <pc:sldMk cId="257299428" sldId="257"/>
        </pc:sldMkLst>
        <pc:spChg chg="mod">
          <ac:chgData name="Yash Verma" userId="5a43bc40-4e82-4f16-9c9e-5af7a51ff8da" providerId="ADAL" clId="{EDF6EB4A-E413-4766-8B60-347D7C09026C}" dt="2023-05-24T22:33:51.273" v="293" actId="1076"/>
          <ac:spMkLst>
            <pc:docMk/>
            <pc:sldMk cId="257299428" sldId="257"/>
            <ac:spMk id="2" creationId="{554D7BC6-70B6-8164-566E-2CA2EA218109}"/>
          </ac:spMkLst>
        </pc:spChg>
        <pc:spChg chg="mod">
          <ac:chgData name="Yash Verma" userId="5a43bc40-4e82-4f16-9c9e-5af7a51ff8da" providerId="ADAL" clId="{EDF6EB4A-E413-4766-8B60-347D7C09026C}" dt="2023-05-25T03:08:05.090" v="1549" actId="20577"/>
          <ac:spMkLst>
            <pc:docMk/>
            <pc:sldMk cId="257299428" sldId="257"/>
            <ac:spMk id="3" creationId="{CD6DFEFD-9CC5-C1D3-3EF0-539FAFB1BD9E}"/>
          </ac:spMkLst>
        </pc:spChg>
      </pc:sldChg>
      <pc:sldChg chg="modSp new mod">
        <pc:chgData name="Yash Verma" userId="5a43bc40-4e82-4f16-9c9e-5af7a51ff8da" providerId="ADAL" clId="{EDF6EB4A-E413-4766-8B60-347D7C09026C}" dt="2023-05-25T04:11:21.708" v="4210" actId="115"/>
        <pc:sldMkLst>
          <pc:docMk/>
          <pc:sldMk cId="794191403" sldId="258"/>
        </pc:sldMkLst>
        <pc:spChg chg="mod">
          <ac:chgData name="Yash Verma" userId="5a43bc40-4e82-4f16-9c9e-5af7a51ff8da" providerId="ADAL" clId="{EDF6EB4A-E413-4766-8B60-347D7C09026C}" dt="2023-05-24T22:33:48.311" v="292" actId="1076"/>
          <ac:spMkLst>
            <pc:docMk/>
            <pc:sldMk cId="794191403" sldId="258"/>
            <ac:spMk id="2" creationId="{7978C571-F3B7-59DF-C231-0C5FC31C5D40}"/>
          </ac:spMkLst>
        </pc:spChg>
        <pc:spChg chg="mod">
          <ac:chgData name="Yash Verma" userId="5a43bc40-4e82-4f16-9c9e-5af7a51ff8da" providerId="ADAL" clId="{EDF6EB4A-E413-4766-8B60-347D7C09026C}" dt="2023-05-25T04:11:21.708" v="4210" actId="115"/>
          <ac:spMkLst>
            <pc:docMk/>
            <pc:sldMk cId="794191403" sldId="258"/>
            <ac:spMk id="3" creationId="{4E3DE804-76A1-EF63-5A64-251E15F46943}"/>
          </ac:spMkLst>
        </pc:spChg>
      </pc:sldChg>
      <pc:sldChg chg="addSp delSp modSp new mod">
        <pc:chgData name="Yash Verma" userId="5a43bc40-4e82-4f16-9c9e-5af7a51ff8da" providerId="ADAL" clId="{EDF6EB4A-E413-4766-8B60-347D7C09026C}" dt="2023-05-25T03:57:05.744" v="4104" actId="27636"/>
        <pc:sldMkLst>
          <pc:docMk/>
          <pc:sldMk cId="495226312" sldId="259"/>
        </pc:sldMkLst>
        <pc:spChg chg="mod">
          <ac:chgData name="Yash Verma" userId="5a43bc40-4e82-4f16-9c9e-5af7a51ff8da" providerId="ADAL" clId="{EDF6EB4A-E413-4766-8B60-347D7C09026C}" dt="2023-05-24T22:34:32.220" v="296" actId="1076"/>
          <ac:spMkLst>
            <pc:docMk/>
            <pc:sldMk cId="495226312" sldId="259"/>
            <ac:spMk id="2" creationId="{6397A477-9CFD-37BE-9C2B-CA59EA7E2CE7}"/>
          </ac:spMkLst>
        </pc:spChg>
        <pc:spChg chg="mod">
          <ac:chgData name="Yash Verma" userId="5a43bc40-4e82-4f16-9c9e-5af7a51ff8da" providerId="ADAL" clId="{EDF6EB4A-E413-4766-8B60-347D7C09026C}" dt="2023-05-25T03:57:05.744" v="4104" actId="27636"/>
          <ac:spMkLst>
            <pc:docMk/>
            <pc:sldMk cId="495226312" sldId="259"/>
            <ac:spMk id="3" creationId="{E777A97D-14F3-19F3-8BE2-9F20694DC6E1}"/>
          </ac:spMkLst>
        </pc:spChg>
        <pc:spChg chg="add del mod">
          <ac:chgData name="Yash Verma" userId="5a43bc40-4e82-4f16-9c9e-5af7a51ff8da" providerId="ADAL" clId="{EDF6EB4A-E413-4766-8B60-347D7C09026C}" dt="2023-05-24T22:45:58.630" v="528"/>
          <ac:spMkLst>
            <pc:docMk/>
            <pc:sldMk cId="495226312" sldId="259"/>
            <ac:spMk id="6" creationId="{F0FF6A08-907B-F700-9557-6DC04A86035C}"/>
          </ac:spMkLst>
        </pc:spChg>
        <pc:graphicFrameChg chg="add del mod">
          <ac:chgData name="Yash Verma" userId="5a43bc40-4e82-4f16-9c9e-5af7a51ff8da" providerId="ADAL" clId="{EDF6EB4A-E413-4766-8B60-347D7C09026C}" dt="2023-05-24T22:45:58.630" v="528"/>
          <ac:graphicFrameMkLst>
            <pc:docMk/>
            <pc:sldMk cId="495226312" sldId="259"/>
            <ac:graphicFrameMk id="5" creationId="{EB95B5EA-A7D5-4483-18CD-D630FCFED765}"/>
          </ac:graphicFrameMkLst>
        </pc:graphicFrameChg>
        <pc:picChg chg="add mod">
          <ac:chgData name="Yash Verma" userId="5a43bc40-4e82-4f16-9c9e-5af7a51ff8da" providerId="ADAL" clId="{EDF6EB4A-E413-4766-8B60-347D7C09026C}" dt="2023-05-25T03:56:08.870" v="4077" actId="1076"/>
          <ac:picMkLst>
            <pc:docMk/>
            <pc:sldMk cId="495226312" sldId="259"/>
            <ac:picMk id="8" creationId="{B560C347-4353-7AE2-441E-F0DB2E5143A2}"/>
          </ac:picMkLst>
        </pc:picChg>
        <pc:picChg chg="add mod">
          <ac:chgData name="Yash Verma" userId="5a43bc40-4e82-4f16-9c9e-5af7a51ff8da" providerId="ADAL" clId="{EDF6EB4A-E413-4766-8B60-347D7C09026C}" dt="2023-05-25T03:56:09.846" v="4078" actId="1076"/>
          <ac:picMkLst>
            <pc:docMk/>
            <pc:sldMk cId="495226312" sldId="259"/>
            <ac:picMk id="10" creationId="{E027CDF3-0FA2-258D-0005-61EF332F940D}"/>
          </ac:picMkLst>
        </pc:picChg>
      </pc:sldChg>
      <pc:sldChg chg="addSp modSp new mod">
        <pc:chgData name="Yash Verma" userId="5a43bc40-4e82-4f16-9c9e-5af7a51ff8da" providerId="ADAL" clId="{EDF6EB4A-E413-4766-8B60-347D7C09026C}" dt="2023-05-25T03:58:32.115" v="4115" actId="1076"/>
        <pc:sldMkLst>
          <pc:docMk/>
          <pc:sldMk cId="442625326" sldId="260"/>
        </pc:sldMkLst>
        <pc:spChg chg="mod">
          <ac:chgData name="Yash Verma" userId="5a43bc40-4e82-4f16-9c9e-5af7a51ff8da" providerId="ADAL" clId="{EDF6EB4A-E413-4766-8B60-347D7C09026C}" dt="2023-05-24T22:51:45.510" v="949" actId="14100"/>
          <ac:spMkLst>
            <pc:docMk/>
            <pc:sldMk cId="442625326" sldId="260"/>
            <ac:spMk id="2" creationId="{BFA43781-D224-948C-5DB5-AEF2C3092109}"/>
          </ac:spMkLst>
        </pc:spChg>
        <pc:spChg chg="mod">
          <ac:chgData name="Yash Verma" userId="5a43bc40-4e82-4f16-9c9e-5af7a51ff8da" providerId="ADAL" clId="{EDF6EB4A-E413-4766-8B60-347D7C09026C}" dt="2023-05-25T03:58:25.746" v="4113" actId="255"/>
          <ac:spMkLst>
            <pc:docMk/>
            <pc:sldMk cId="442625326" sldId="260"/>
            <ac:spMk id="3" creationId="{BD59C63D-70E2-D4CC-D149-C0793843DD2B}"/>
          </ac:spMkLst>
        </pc:spChg>
        <pc:picChg chg="add mod">
          <ac:chgData name="Yash Verma" userId="5a43bc40-4e82-4f16-9c9e-5af7a51ff8da" providerId="ADAL" clId="{EDF6EB4A-E413-4766-8B60-347D7C09026C}" dt="2023-05-25T03:58:30.588" v="4114" actId="1076"/>
          <ac:picMkLst>
            <pc:docMk/>
            <pc:sldMk cId="442625326" sldId="260"/>
            <ac:picMk id="6" creationId="{B6E9A76A-68AA-2BE0-F9E0-A9B552F3F7FD}"/>
          </ac:picMkLst>
        </pc:picChg>
        <pc:picChg chg="add mod">
          <ac:chgData name="Yash Verma" userId="5a43bc40-4e82-4f16-9c9e-5af7a51ff8da" providerId="ADAL" clId="{EDF6EB4A-E413-4766-8B60-347D7C09026C}" dt="2023-05-25T03:58:32.115" v="4115" actId="1076"/>
          <ac:picMkLst>
            <pc:docMk/>
            <pc:sldMk cId="442625326" sldId="260"/>
            <ac:picMk id="8" creationId="{9AD5C8D3-10DA-D43E-8E08-CAF0C2EDF316}"/>
          </ac:picMkLst>
        </pc:picChg>
      </pc:sldChg>
      <pc:sldChg chg="addSp modSp new mod">
        <pc:chgData name="Yash Verma" userId="5a43bc40-4e82-4f16-9c9e-5af7a51ff8da" providerId="ADAL" clId="{EDF6EB4A-E413-4766-8B60-347D7C09026C}" dt="2023-05-25T04:00:17.650" v="4139" actId="1076"/>
        <pc:sldMkLst>
          <pc:docMk/>
          <pc:sldMk cId="2480521072" sldId="261"/>
        </pc:sldMkLst>
        <pc:spChg chg="mod">
          <ac:chgData name="Yash Verma" userId="5a43bc40-4e82-4f16-9c9e-5af7a51ff8da" providerId="ADAL" clId="{EDF6EB4A-E413-4766-8B60-347D7C09026C}" dt="2023-05-25T01:57:10.902" v="1523" actId="14100"/>
          <ac:spMkLst>
            <pc:docMk/>
            <pc:sldMk cId="2480521072" sldId="261"/>
            <ac:spMk id="2" creationId="{A1374D15-1CDD-9B3B-5B15-D5CB26BC21B6}"/>
          </ac:spMkLst>
        </pc:spChg>
        <pc:spChg chg="mod">
          <ac:chgData name="Yash Verma" userId="5a43bc40-4e82-4f16-9c9e-5af7a51ff8da" providerId="ADAL" clId="{EDF6EB4A-E413-4766-8B60-347D7C09026C}" dt="2023-05-25T04:00:14.953" v="4138" actId="1076"/>
          <ac:spMkLst>
            <pc:docMk/>
            <pc:sldMk cId="2480521072" sldId="261"/>
            <ac:spMk id="3" creationId="{D3342526-3558-2FAA-EA57-A6E6B4A55F8A}"/>
          </ac:spMkLst>
        </pc:spChg>
        <pc:spChg chg="mod">
          <ac:chgData name="Yash Verma" userId="5a43bc40-4e82-4f16-9c9e-5af7a51ff8da" providerId="ADAL" clId="{EDF6EB4A-E413-4766-8B60-347D7C09026C}" dt="2023-05-25T03:41:35.850" v="3134" actId="1076"/>
          <ac:spMkLst>
            <pc:docMk/>
            <pc:sldMk cId="2480521072" sldId="261"/>
            <ac:spMk id="4" creationId="{4D6DFC7C-10B9-D22C-F988-0364ED6A224F}"/>
          </ac:spMkLst>
        </pc:spChg>
        <pc:picChg chg="add mod">
          <ac:chgData name="Yash Verma" userId="5a43bc40-4e82-4f16-9c9e-5af7a51ff8da" providerId="ADAL" clId="{EDF6EB4A-E413-4766-8B60-347D7C09026C}" dt="2023-05-25T04:00:17.650" v="4139" actId="1076"/>
          <ac:picMkLst>
            <pc:docMk/>
            <pc:sldMk cId="2480521072" sldId="261"/>
            <ac:picMk id="6" creationId="{69A1B717-BAF8-00B7-406F-DA11AED591A2}"/>
          </ac:picMkLst>
        </pc:picChg>
      </pc:sldChg>
      <pc:sldChg chg="addSp delSp modSp new mod">
        <pc:chgData name="Yash Verma" userId="5a43bc40-4e82-4f16-9c9e-5af7a51ff8da" providerId="ADAL" clId="{EDF6EB4A-E413-4766-8B60-347D7C09026C}" dt="2023-05-25T03:39:44.637" v="3120" actId="1076"/>
        <pc:sldMkLst>
          <pc:docMk/>
          <pc:sldMk cId="2624986686" sldId="262"/>
        </pc:sldMkLst>
        <pc:spChg chg="mod">
          <ac:chgData name="Yash Verma" userId="5a43bc40-4e82-4f16-9c9e-5af7a51ff8da" providerId="ADAL" clId="{EDF6EB4A-E413-4766-8B60-347D7C09026C}" dt="2023-05-25T03:26:04.257" v="2346" actId="1076"/>
          <ac:spMkLst>
            <pc:docMk/>
            <pc:sldMk cId="2624986686" sldId="262"/>
            <ac:spMk id="2" creationId="{38F75D03-5352-2349-1F09-402230F4AE90}"/>
          </ac:spMkLst>
        </pc:spChg>
        <pc:spChg chg="mod">
          <ac:chgData name="Yash Verma" userId="5a43bc40-4e82-4f16-9c9e-5af7a51ff8da" providerId="ADAL" clId="{EDF6EB4A-E413-4766-8B60-347D7C09026C}" dt="2023-05-25T03:39:44.637" v="3120" actId="1076"/>
          <ac:spMkLst>
            <pc:docMk/>
            <pc:sldMk cId="2624986686" sldId="262"/>
            <ac:spMk id="3" creationId="{26F597BD-DD77-26E1-FDC5-F627F22593BF}"/>
          </ac:spMkLst>
        </pc:spChg>
        <pc:spChg chg="add del">
          <ac:chgData name="Yash Verma" userId="5a43bc40-4e82-4f16-9c9e-5af7a51ff8da" providerId="ADAL" clId="{EDF6EB4A-E413-4766-8B60-347D7C09026C}" dt="2023-05-25T03:25:51.587" v="2341" actId="22"/>
          <ac:spMkLst>
            <pc:docMk/>
            <pc:sldMk cId="2624986686" sldId="262"/>
            <ac:spMk id="6" creationId="{9A9D133B-B210-271B-9B89-DF03975DCECE}"/>
          </ac:spMkLst>
        </pc:spChg>
      </pc:sldChg>
      <pc:sldChg chg="modSp new mod">
        <pc:chgData name="Yash Verma" userId="5a43bc40-4e82-4f16-9c9e-5af7a51ff8da" providerId="ADAL" clId="{EDF6EB4A-E413-4766-8B60-347D7C09026C}" dt="2023-05-25T04:02:19.696" v="4170" actId="20577"/>
        <pc:sldMkLst>
          <pc:docMk/>
          <pc:sldMk cId="477518137" sldId="263"/>
        </pc:sldMkLst>
        <pc:spChg chg="mod">
          <ac:chgData name="Yash Verma" userId="5a43bc40-4e82-4f16-9c9e-5af7a51ff8da" providerId="ADAL" clId="{EDF6EB4A-E413-4766-8B60-347D7C09026C}" dt="2023-05-25T03:33:28.033" v="2375" actId="404"/>
          <ac:spMkLst>
            <pc:docMk/>
            <pc:sldMk cId="477518137" sldId="263"/>
            <ac:spMk id="2" creationId="{8B2B8622-9960-94F4-F955-11714264E165}"/>
          </ac:spMkLst>
        </pc:spChg>
        <pc:spChg chg="mod">
          <ac:chgData name="Yash Verma" userId="5a43bc40-4e82-4f16-9c9e-5af7a51ff8da" providerId="ADAL" clId="{EDF6EB4A-E413-4766-8B60-347D7C09026C}" dt="2023-05-25T04:02:19.696" v="4170" actId="20577"/>
          <ac:spMkLst>
            <pc:docMk/>
            <pc:sldMk cId="477518137" sldId="263"/>
            <ac:spMk id="3" creationId="{4731E5DA-CE8F-2454-4B75-AE13320131CF}"/>
          </ac:spMkLst>
        </pc:spChg>
      </pc:sldChg>
      <pc:sldChg chg="addSp modSp new mod">
        <pc:chgData name="Yash Verma" userId="5a43bc40-4e82-4f16-9c9e-5af7a51ff8da" providerId="ADAL" clId="{EDF6EB4A-E413-4766-8B60-347D7C09026C}" dt="2023-05-25T04:17:25.191" v="4370" actId="20577"/>
        <pc:sldMkLst>
          <pc:docMk/>
          <pc:sldMk cId="552093238" sldId="264"/>
        </pc:sldMkLst>
        <pc:spChg chg="mod">
          <ac:chgData name="Yash Verma" userId="5a43bc40-4e82-4f16-9c9e-5af7a51ff8da" providerId="ADAL" clId="{EDF6EB4A-E413-4766-8B60-347D7C09026C}" dt="2023-05-25T03:45:01.037" v="3175" actId="1076"/>
          <ac:spMkLst>
            <pc:docMk/>
            <pc:sldMk cId="552093238" sldId="264"/>
            <ac:spMk id="2" creationId="{5FB810BE-BA98-1932-0B73-A06B2261AFC6}"/>
          </ac:spMkLst>
        </pc:spChg>
        <pc:spChg chg="mod">
          <ac:chgData name="Yash Verma" userId="5a43bc40-4e82-4f16-9c9e-5af7a51ff8da" providerId="ADAL" clId="{EDF6EB4A-E413-4766-8B60-347D7C09026C}" dt="2023-05-25T04:17:25.191" v="4370" actId="20577"/>
          <ac:spMkLst>
            <pc:docMk/>
            <pc:sldMk cId="552093238" sldId="264"/>
            <ac:spMk id="3" creationId="{9EB259B8-8D67-286D-E73F-C3AF574E0F2B}"/>
          </ac:spMkLst>
        </pc:spChg>
        <pc:spChg chg="add mod">
          <ac:chgData name="Yash Verma" userId="5a43bc40-4e82-4f16-9c9e-5af7a51ff8da" providerId="ADAL" clId="{EDF6EB4A-E413-4766-8B60-347D7C09026C}" dt="2023-05-25T04:04:03.875" v="4188" actId="1076"/>
          <ac:spMkLst>
            <pc:docMk/>
            <pc:sldMk cId="552093238" sldId="264"/>
            <ac:spMk id="9" creationId="{FF15E63E-D074-2135-66AB-520A8A35AB4A}"/>
          </ac:spMkLst>
        </pc:spChg>
        <pc:spChg chg="add mod">
          <ac:chgData name="Yash Verma" userId="5a43bc40-4e82-4f16-9c9e-5af7a51ff8da" providerId="ADAL" clId="{EDF6EB4A-E413-4766-8B60-347D7C09026C}" dt="2023-05-25T04:04:08.525" v="4190" actId="1076"/>
          <ac:spMkLst>
            <pc:docMk/>
            <pc:sldMk cId="552093238" sldId="264"/>
            <ac:spMk id="10" creationId="{0B24EF46-ABE5-D13E-029F-5ACCBA87F6C1}"/>
          </ac:spMkLst>
        </pc:spChg>
        <pc:picChg chg="add mod">
          <ac:chgData name="Yash Verma" userId="5a43bc40-4e82-4f16-9c9e-5af7a51ff8da" providerId="ADAL" clId="{EDF6EB4A-E413-4766-8B60-347D7C09026C}" dt="2023-05-25T04:04:06.247" v="4189" actId="1076"/>
          <ac:picMkLst>
            <pc:docMk/>
            <pc:sldMk cId="552093238" sldId="264"/>
            <ac:picMk id="6" creationId="{BDE012BD-E64C-7A8B-5BE3-8776F22554F1}"/>
          </ac:picMkLst>
        </pc:picChg>
        <pc:picChg chg="add mod">
          <ac:chgData name="Yash Verma" userId="5a43bc40-4e82-4f16-9c9e-5af7a51ff8da" providerId="ADAL" clId="{EDF6EB4A-E413-4766-8B60-347D7C09026C}" dt="2023-05-25T04:04:11.105" v="4191" actId="1076"/>
          <ac:picMkLst>
            <pc:docMk/>
            <pc:sldMk cId="552093238" sldId="264"/>
            <ac:picMk id="8" creationId="{02F22EFF-798E-118D-11F4-DA4B2173F9A5}"/>
          </ac:picMkLst>
        </pc:picChg>
      </pc:sldChg>
      <pc:sldChg chg="modSp new mod">
        <pc:chgData name="Yash Verma" userId="5a43bc40-4e82-4f16-9c9e-5af7a51ff8da" providerId="ADAL" clId="{EDF6EB4A-E413-4766-8B60-347D7C09026C}" dt="2023-05-25T04:10:59.973" v="4208" actId="115"/>
        <pc:sldMkLst>
          <pc:docMk/>
          <pc:sldMk cId="1691589286" sldId="265"/>
        </pc:sldMkLst>
        <pc:spChg chg="mod">
          <ac:chgData name="Yash Verma" userId="5a43bc40-4e82-4f16-9c9e-5af7a51ff8da" providerId="ADAL" clId="{EDF6EB4A-E413-4766-8B60-347D7C09026C}" dt="2023-05-25T04:04:31.244" v="4195" actId="1076"/>
          <ac:spMkLst>
            <pc:docMk/>
            <pc:sldMk cId="1691589286" sldId="265"/>
            <ac:spMk id="2" creationId="{AEBB3D6E-D5E8-C0E6-8F21-005E0CDB64F1}"/>
          </ac:spMkLst>
        </pc:spChg>
        <pc:spChg chg="mod">
          <ac:chgData name="Yash Verma" userId="5a43bc40-4e82-4f16-9c9e-5af7a51ff8da" providerId="ADAL" clId="{EDF6EB4A-E413-4766-8B60-347D7C09026C}" dt="2023-05-25T04:10:59.973" v="4208" actId="115"/>
          <ac:spMkLst>
            <pc:docMk/>
            <pc:sldMk cId="1691589286" sldId="265"/>
            <ac:spMk id="3" creationId="{10257AA7-16BD-E4C1-BFF4-DD7985088F1D}"/>
          </ac:spMkLst>
        </pc:spChg>
      </pc:sldChg>
      <pc:sldMasterChg chg="del delSldLayout">
        <pc:chgData name="Yash Verma" userId="5a43bc40-4e82-4f16-9c9e-5af7a51ff8da" providerId="ADAL" clId="{EDF6EB4A-E413-4766-8B60-347D7C09026C}" dt="2023-05-24T21:38:51.300" v="32" actId="26606"/>
        <pc:sldMasterMkLst>
          <pc:docMk/>
          <pc:sldMasterMk cId="3922200100" sldId="2147483648"/>
        </pc:sldMasterMkLst>
        <pc:sldLayoutChg chg="del">
          <pc:chgData name="Yash Verma" userId="5a43bc40-4e82-4f16-9c9e-5af7a51ff8da" providerId="ADAL" clId="{EDF6EB4A-E413-4766-8B60-347D7C09026C}" dt="2023-05-24T21:38:51.300" v="32" actId="26606"/>
          <pc:sldLayoutMkLst>
            <pc:docMk/>
            <pc:sldMasterMk cId="3922200100" sldId="2147483648"/>
            <pc:sldLayoutMk cId="2335739042" sldId="2147483649"/>
          </pc:sldLayoutMkLst>
        </pc:sldLayoutChg>
        <pc:sldLayoutChg chg="del">
          <pc:chgData name="Yash Verma" userId="5a43bc40-4e82-4f16-9c9e-5af7a51ff8da" providerId="ADAL" clId="{EDF6EB4A-E413-4766-8B60-347D7C09026C}" dt="2023-05-24T21:38:51.300" v="32" actId="26606"/>
          <pc:sldLayoutMkLst>
            <pc:docMk/>
            <pc:sldMasterMk cId="3922200100" sldId="2147483648"/>
            <pc:sldLayoutMk cId="2488945160" sldId="2147483650"/>
          </pc:sldLayoutMkLst>
        </pc:sldLayoutChg>
        <pc:sldLayoutChg chg="del">
          <pc:chgData name="Yash Verma" userId="5a43bc40-4e82-4f16-9c9e-5af7a51ff8da" providerId="ADAL" clId="{EDF6EB4A-E413-4766-8B60-347D7C09026C}" dt="2023-05-24T21:38:51.300" v="32" actId="26606"/>
          <pc:sldLayoutMkLst>
            <pc:docMk/>
            <pc:sldMasterMk cId="3922200100" sldId="2147483648"/>
            <pc:sldLayoutMk cId="4268852226" sldId="2147483651"/>
          </pc:sldLayoutMkLst>
        </pc:sldLayoutChg>
        <pc:sldLayoutChg chg="del">
          <pc:chgData name="Yash Verma" userId="5a43bc40-4e82-4f16-9c9e-5af7a51ff8da" providerId="ADAL" clId="{EDF6EB4A-E413-4766-8B60-347D7C09026C}" dt="2023-05-24T21:38:51.300" v="32" actId="26606"/>
          <pc:sldLayoutMkLst>
            <pc:docMk/>
            <pc:sldMasterMk cId="3922200100" sldId="2147483648"/>
            <pc:sldLayoutMk cId="2912717519" sldId="2147483652"/>
          </pc:sldLayoutMkLst>
        </pc:sldLayoutChg>
        <pc:sldLayoutChg chg="del">
          <pc:chgData name="Yash Verma" userId="5a43bc40-4e82-4f16-9c9e-5af7a51ff8da" providerId="ADAL" clId="{EDF6EB4A-E413-4766-8B60-347D7C09026C}" dt="2023-05-24T21:38:51.300" v="32" actId="26606"/>
          <pc:sldLayoutMkLst>
            <pc:docMk/>
            <pc:sldMasterMk cId="3922200100" sldId="2147483648"/>
            <pc:sldLayoutMk cId="295388327" sldId="2147483653"/>
          </pc:sldLayoutMkLst>
        </pc:sldLayoutChg>
        <pc:sldLayoutChg chg="del">
          <pc:chgData name="Yash Verma" userId="5a43bc40-4e82-4f16-9c9e-5af7a51ff8da" providerId="ADAL" clId="{EDF6EB4A-E413-4766-8B60-347D7C09026C}" dt="2023-05-24T21:38:51.300" v="32" actId="26606"/>
          <pc:sldLayoutMkLst>
            <pc:docMk/>
            <pc:sldMasterMk cId="3922200100" sldId="2147483648"/>
            <pc:sldLayoutMk cId="610461701" sldId="2147483654"/>
          </pc:sldLayoutMkLst>
        </pc:sldLayoutChg>
        <pc:sldLayoutChg chg="del">
          <pc:chgData name="Yash Verma" userId="5a43bc40-4e82-4f16-9c9e-5af7a51ff8da" providerId="ADAL" clId="{EDF6EB4A-E413-4766-8B60-347D7C09026C}" dt="2023-05-24T21:38:51.300" v="32" actId="26606"/>
          <pc:sldLayoutMkLst>
            <pc:docMk/>
            <pc:sldMasterMk cId="3922200100" sldId="2147483648"/>
            <pc:sldLayoutMk cId="572952545" sldId="2147483655"/>
          </pc:sldLayoutMkLst>
        </pc:sldLayoutChg>
        <pc:sldLayoutChg chg="del">
          <pc:chgData name="Yash Verma" userId="5a43bc40-4e82-4f16-9c9e-5af7a51ff8da" providerId="ADAL" clId="{EDF6EB4A-E413-4766-8B60-347D7C09026C}" dt="2023-05-24T21:38:51.300" v="32" actId="26606"/>
          <pc:sldLayoutMkLst>
            <pc:docMk/>
            <pc:sldMasterMk cId="3922200100" sldId="2147483648"/>
            <pc:sldLayoutMk cId="116451004" sldId="2147483656"/>
          </pc:sldLayoutMkLst>
        </pc:sldLayoutChg>
        <pc:sldLayoutChg chg="del">
          <pc:chgData name="Yash Verma" userId="5a43bc40-4e82-4f16-9c9e-5af7a51ff8da" providerId="ADAL" clId="{EDF6EB4A-E413-4766-8B60-347D7C09026C}" dt="2023-05-24T21:38:51.300" v="32" actId="26606"/>
          <pc:sldLayoutMkLst>
            <pc:docMk/>
            <pc:sldMasterMk cId="3922200100" sldId="2147483648"/>
            <pc:sldLayoutMk cId="114060016" sldId="2147483657"/>
          </pc:sldLayoutMkLst>
        </pc:sldLayoutChg>
        <pc:sldLayoutChg chg="del">
          <pc:chgData name="Yash Verma" userId="5a43bc40-4e82-4f16-9c9e-5af7a51ff8da" providerId="ADAL" clId="{EDF6EB4A-E413-4766-8B60-347D7C09026C}" dt="2023-05-24T21:38:51.300" v="32" actId="26606"/>
          <pc:sldLayoutMkLst>
            <pc:docMk/>
            <pc:sldMasterMk cId="3922200100" sldId="2147483648"/>
            <pc:sldLayoutMk cId="4282930754" sldId="2147483658"/>
          </pc:sldLayoutMkLst>
        </pc:sldLayoutChg>
        <pc:sldLayoutChg chg="del">
          <pc:chgData name="Yash Verma" userId="5a43bc40-4e82-4f16-9c9e-5af7a51ff8da" providerId="ADAL" clId="{EDF6EB4A-E413-4766-8B60-347D7C09026C}" dt="2023-05-24T21:38:51.300" v="32" actId="26606"/>
          <pc:sldLayoutMkLst>
            <pc:docMk/>
            <pc:sldMasterMk cId="3922200100" sldId="2147483648"/>
            <pc:sldLayoutMk cId="2884856722" sldId="2147483659"/>
          </pc:sldLayoutMkLst>
        </pc:sldLayoutChg>
      </pc:sldMasterChg>
      <pc:sldMasterChg chg="add del addSldLayout delSldLayout">
        <pc:chgData name="Yash Verma" userId="5a43bc40-4e82-4f16-9c9e-5af7a51ff8da" providerId="ADAL" clId="{EDF6EB4A-E413-4766-8B60-347D7C09026C}" dt="2023-05-24T21:40:43.565" v="99" actId="26606"/>
        <pc:sldMasterMkLst>
          <pc:docMk/>
          <pc:sldMasterMk cId="2227722992" sldId="2147483673"/>
        </pc:sldMasterMkLst>
        <pc:sldLayoutChg chg="add del">
          <pc:chgData name="Yash Verma" userId="5a43bc40-4e82-4f16-9c9e-5af7a51ff8da" providerId="ADAL" clId="{EDF6EB4A-E413-4766-8B60-347D7C09026C}" dt="2023-05-24T21:40:43.565" v="99" actId="26606"/>
          <pc:sldLayoutMkLst>
            <pc:docMk/>
            <pc:sldMasterMk cId="2227722992" sldId="2147483673"/>
            <pc:sldLayoutMk cId="460760431" sldId="2147483662"/>
          </pc:sldLayoutMkLst>
        </pc:sldLayoutChg>
        <pc:sldLayoutChg chg="add del">
          <pc:chgData name="Yash Verma" userId="5a43bc40-4e82-4f16-9c9e-5af7a51ff8da" providerId="ADAL" clId="{EDF6EB4A-E413-4766-8B60-347D7C09026C}" dt="2023-05-24T21:40:43.565" v="99" actId="26606"/>
          <pc:sldLayoutMkLst>
            <pc:docMk/>
            <pc:sldMasterMk cId="2227722992" sldId="2147483673"/>
            <pc:sldLayoutMk cId="3507676516" sldId="2147483663"/>
          </pc:sldLayoutMkLst>
        </pc:sldLayoutChg>
        <pc:sldLayoutChg chg="add del">
          <pc:chgData name="Yash Verma" userId="5a43bc40-4e82-4f16-9c9e-5af7a51ff8da" providerId="ADAL" clId="{EDF6EB4A-E413-4766-8B60-347D7C09026C}" dt="2023-05-24T21:40:43.565" v="99" actId="26606"/>
          <pc:sldLayoutMkLst>
            <pc:docMk/>
            <pc:sldMasterMk cId="2227722992" sldId="2147483673"/>
            <pc:sldLayoutMk cId="1069576222" sldId="2147483664"/>
          </pc:sldLayoutMkLst>
        </pc:sldLayoutChg>
        <pc:sldLayoutChg chg="add del">
          <pc:chgData name="Yash Verma" userId="5a43bc40-4e82-4f16-9c9e-5af7a51ff8da" providerId="ADAL" clId="{EDF6EB4A-E413-4766-8B60-347D7C09026C}" dt="2023-05-24T21:40:43.565" v="99" actId="26606"/>
          <pc:sldLayoutMkLst>
            <pc:docMk/>
            <pc:sldMasterMk cId="2227722992" sldId="2147483673"/>
            <pc:sldLayoutMk cId="2027148709" sldId="2147483665"/>
          </pc:sldLayoutMkLst>
        </pc:sldLayoutChg>
        <pc:sldLayoutChg chg="add del">
          <pc:chgData name="Yash Verma" userId="5a43bc40-4e82-4f16-9c9e-5af7a51ff8da" providerId="ADAL" clId="{EDF6EB4A-E413-4766-8B60-347D7C09026C}" dt="2023-05-24T21:40:43.565" v="99" actId="26606"/>
          <pc:sldLayoutMkLst>
            <pc:docMk/>
            <pc:sldMasterMk cId="2227722992" sldId="2147483673"/>
            <pc:sldLayoutMk cId="167880843" sldId="2147483666"/>
          </pc:sldLayoutMkLst>
        </pc:sldLayoutChg>
        <pc:sldLayoutChg chg="add del">
          <pc:chgData name="Yash Verma" userId="5a43bc40-4e82-4f16-9c9e-5af7a51ff8da" providerId="ADAL" clId="{EDF6EB4A-E413-4766-8B60-347D7C09026C}" dt="2023-05-24T21:40:43.565" v="99" actId="26606"/>
          <pc:sldLayoutMkLst>
            <pc:docMk/>
            <pc:sldMasterMk cId="2227722992" sldId="2147483673"/>
            <pc:sldLayoutMk cId="1804845812" sldId="2147483667"/>
          </pc:sldLayoutMkLst>
        </pc:sldLayoutChg>
        <pc:sldLayoutChg chg="add del">
          <pc:chgData name="Yash Verma" userId="5a43bc40-4e82-4f16-9c9e-5af7a51ff8da" providerId="ADAL" clId="{EDF6EB4A-E413-4766-8B60-347D7C09026C}" dt="2023-05-24T21:40:43.565" v="99" actId="26606"/>
          <pc:sldLayoutMkLst>
            <pc:docMk/>
            <pc:sldMasterMk cId="2227722992" sldId="2147483673"/>
            <pc:sldLayoutMk cId="3545823807" sldId="2147483668"/>
          </pc:sldLayoutMkLst>
        </pc:sldLayoutChg>
        <pc:sldLayoutChg chg="add del">
          <pc:chgData name="Yash Verma" userId="5a43bc40-4e82-4f16-9c9e-5af7a51ff8da" providerId="ADAL" clId="{EDF6EB4A-E413-4766-8B60-347D7C09026C}" dt="2023-05-24T21:40:43.565" v="99" actId="26606"/>
          <pc:sldLayoutMkLst>
            <pc:docMk/>
            <pc:sldMasterMk cId="2227722992" sldId="2147483673"/>
            <pc:sldLayoutMk cId="443619510" sldId="2147483669"/>
          </pc:sldLayoutMkLst>
        </pc:sldLayoutChg>
        <pc:sldLayoutChg chg="add del">
          <pc:chgData name="Yash Verma" userId="5a43bc40-4e82-4f16-9c9e-5af7a51ff8da" providerId="ADAL" clId="{EDF6EB4A-E413-4766-8B60-347D7C09026C}" dt="2023-05-24T21:40:43.565" v="99" actId="26606"/>
          <pc:sldLayoutMkLst>
            <pc:docMk/>
            <pc:sldMasterMk cId="2227722992" sldId="2147483673"/>
            <pc:sldLayoutMk cId="3188429814" sldId="2147483670"/>
          </pc:sldLayoutMkLst>
        </pc:sldLayoutChg>
        <pc:sldLayoutChg chg="add del">
          <pc:chgData name="Yash Verma" userId="5a43bc40-4e82-4f16-9c9e-5af7a51ff8da" providerId="ADAL" clId="{EDF6EB4A-E413-4766-8B60-347D7C09026C}" dt="2023-05-24T21:40:43.565" v="99" actId="26606"/>
          <pc:sldLayoutMkLst>
            <pc:docMk/>
            <pc:sldMasterMk cId="2227722992" sldId="2147483673"/>
            <pc:sldLayoutMk cId="4092330448" sldId="2147483671"/>
          </pc:sldLayoutMkLst>
        </pc:sldLayoutChg>
        <pc:sldLayoutChg chg="add del">
          <pc:chgData name="Yash Verma" userId="5a43bc40-4e82-4f16-9c9e-5af7a51ff8da" providerId="ADAL" clId="{EDF6EB4A-E413-4766-8B60-347D7C09026C}" dt="2023-05-24T21:40:43.565" v="99" actId="26606"/>
          <pc:sldLayoutMkLst>
            <pc:docMk/>
            <pc:sldMasterMk cId="2227722992" sldId="2147483673"/>
            <pc:sldLayoutMk cId="926473040" sldId="2147483672"/>
          </pc:sldLayoutMkLst>
        </pc:sldLayoutChg>
      </pc:sldMasterChg>
      <pc:sldMasterChg chg="add del addSldLayout delSldLayout">
        <pc:chgData name="Yash Verma" userId="5a43bc40-4e82-4f16-9c9e-5af7a51ff8da" providerId="ADAL" clId="{EDF6EB4A-E413-4766-8B60-347D7C09026C}" dt="2023-05-24T21:41:22.401" v="105" actId="26606"/>
        <pc:sldMasterMkLst>
          <pc:docMk/>
          <pc:sldMasterMk cId="3691411648" sldId="2147483762"/>
        </pc:sldMasterMkLst>
        <pc:sldLayoutChg chg="add del">
          <pc:chgData name="Yash Verma" userId="5a43bc40-4e82-4f16-9c9e-5af7a51ff8da" providerId="ADAL" clId="{EDF6EB4A-E413-4766-8B60-347D7C09026C}" dt="2023-05-24T21:41:22.401" v="105" actId="26606"/>
          <pc:sldLayoutMkLst>
            <pc:docMk/>
            <pc:sldMasterMk cId="3691411648" sldId="2147483762"/>
            <pc:sldLayoutMk cId="3837206751" sldId="2147483751"/>
          </pc:sldLayoutMkLst>
        </pc:sldLayoutChg>
        <pc:sldLayoutChg chg="add del">
          <pc:chgData name="Yash Verma" userId="5a43bc40-4e82-4f16-9c9e-5af7a51ff8da" providerId="ADAL" clId="{EDF6EB4A-E413-4766-8B60-347D7C09026C}" dt="2023-05-24T21:41:22.401" v="105" actId="26606"/>
          <pc:sldLayoutMkLst>
            <pc:docMk/>
            <pc:sldMasterMk cId="3691411648" sldId="2147483762"/>
            <pc:sldLayoutMk cId="4114062161" sldId="2147483752"/>
          </pc:sldLayoutMkLst>
        </pc:sldLayoutChg>
        <pc:sldLayoutChg chg="add del">
          <pc:chgData name="Yash Verma" userId="5a43bc40-4e82-4f16-9c9e-5af7a51ff8da" providerId="ADAL" clId="{EDF6EB4A-E413-4766-8B60-347D7C09026C}" dt="2023-05-24T21:41:22.401" v="105" actId="26606"/>
          <pc:sldLayoutMkLst>
            <pc:docMk/>
            <pc:sldMasterMk cId="3691411648" sldId="2147483762"/>
            <pc:sldLayoutMk cId="1646949055" sldId="2147483753"/>
          </pc:sldLayoutMkLst>
        </pc:sldLayoutChg>
        <pc:sldLayoutChg chg="add del">
          <pc:chgData name="Yash Verma" userId="5a43bc40-4e82-4f16-9c9e-5af7a51ff8da" providerId="ADAL" clId="{EDF6EB4A-E413-4766-8B60-347D7C09026C}" dt="2023-05-24T21:41:22.401" v="105" actId="26606"/>
          <pc:sldLayoutMkLst>
            <pc:docMk/>
            <pc:sldMasterMk cId="3691411648" sldId="2147483762"/>
            <pc:sldLayoutMk cId="3648809464" sldId="2147483754"/>
          </pc:sldLayoutMkLst>
        </pc:sldLayoutChg>
        <pc:sldLayoutChg chg="add del">
          <pc:chgData name="Yash Verma" userId="5a43bc40-4e82-4f16-9c9e-5af7a51ff8da" providerId="ADAL" clId="{EDF6EB4A-E413-4766-8B60-347D7C09026C}" dt="2023-05-24T21:41:22.401" v="105" actId="26606"/>
          <pc:sldLayoutMkLst>
            <pc:docMk/>
            <pc:sldMasterMk cId="3691411648" sldId="2147483762"/>
            <pc:sldLayoutMk cId="1139674809" sldId="2147483755"/>
          </pc:sldLayoutMkLst>
        </pc:sldLayoutChg>
        <pc:sldLayoutChg chg="add del">
          <pc:chgData name="Yash Verma" userId="5a43bc40-4e82-4f16-9c9e-5af7a51ff8da" providerId="ADAL" clId="{EDF6EB4A-E413-4766-8B60-347D7C09026C}" dt="2023-05-24T21:41:22.401" v="105" actId="26606"/>
          <pc:sldLayoutMkLst>
            <pc:docMk/>
            <pc:sldMasterMk cId="3691411648" sldId="2147483762"/>
            <pc:sldLayoutMk cId="1535820836" sldId="2147483756"/>
          </pc:sldLayoutMkLst>
        </pc:sldLayoutChg>
        <pc:sldLayoutChg chg="add del">
          <pc:chgData name="Yash Verma" userId="5a43bc40-4e82-4f16-9c9e-5af7a51ff8da" providerId="ADAL" clId="{EDF6EB4A-E413-4766-8B60-347D7C09026C}" dt="2023-05-24T21:41:22.401" v="105" actId="26606"/>
          <pc:sldLayoutMkLst>
            <pc:docMk/>
            <pc:sldMasterMk cId="3691411648" sldId="2147483762"/>
            <pc:sldLayoutMk cId="2981860434" sldId="2147483757"/>
          </pc:sldLayoutMkLst>
        </pc:sldLayoutChg>
        <pc:sldLayoutChg chg="add del">
          <pc:chgData name="Yash Verma" userId="5a43bc40-4e82-4f16-9c9e-5af7a51ff8da" providerId="ADAL" clId="{EDF6EB4A-E413-4766-8B60-347D7C09026C}" dt="2023-05-24T21:41:22.401" v="105" actId="26606"/>
          <pc:sldLayoutMkLst>
            <pc:docMk/>
            <pc:sldMasterMk cId="3691411648" sldId="2147483762"/>
            <pc:sldLayoutMk cId="2220309250" sldId="2147483758"/>
          </pc:sldLayoutMkLst>
        </pc:sldLayoutChg>
        <pc:sldLayoutChg chg="add del">
          <pc:chgData name="Yash Verma" userId="5a43bc40-4e82-4f16-9c9e-5af7a51ff8da" providerId="ADAL" clId="{EDF6EB4A-E413-4766-8B60-347D7C09026C}" dt="2023-05-24T21:41:22.401" v="105" actId="26606"/>
          <pc:sldLayoutMkLst>
            <pc:docMk/>
            <pc:sldMasterMk cId="3691411648" sldId="2147483762"/>
            <pc:sldLayoutMk cId="3884695919" sldId="2147483759"/>
          </pc:sldLayoutMkLst>
        </pc:sldLayoutChg>
        <pc:sldLayoutChg chg="add del">
          <pc:chgData name="Yash Verma" userId="5a43bc40-4e82-4f16-9c9e-5af7a51ff8da" providerId="ADAL" clId="{EDF6EB4A-E413-4766-8B60-347D7C09026C}" dt="2023-05-24T21:41:22.401" v="105" actId="26606"/>
          <pc:sldLayoutMkLst>
            <pc:docMk/>
            <pc:sldMasterMk cId="3691411648" sldId="2147483762"/>
            <pc:sldLayoutMk cId="711835415" sldId="2147483760"/>
          </pc:sldLayoutMkLst>
        </pc:sldLayoutChg>
        <pc:sldLayoutChg chg="add del">
          <pc:chgData name="Yash Verma" userId="5a43bc40-4e82-4f16-9c9e-5af7a51ff8da" providerId="ADAL" clId="{EDF6EB4A-E413-4766-8B60-347D7C09026C}" dt="2023-05-24T21:41:22.401" v="105" actId="26606"/>
          <pc:sldLayoutMkLst>
            <pc:docMk/>
            <pc:sldMasterMk cId="3691411648" sldId="2147483762"/>
            <pc:sldLayoutMk cId="3543921274" sldId="2147483761"/>
          </pc:sldLayoutMkLst>
        </pc:sldLayoutChg>
      </pc:sldMasterChg>
      <pc:sldMasterChg chg="add del addSldLayout delSldLayout">
        <pc:chgData name="Yash Verma" userId="5a43bc40-4e82-4f16-9c9e-5af7a51ff8da" providerId="ADAL" clId="{EDF6EB4A-E413-4766-8B60-347D7C09026C}" dt="2023-05-24T21:42:08.145" v="112" actId="26606"/>
        <pc:sldMasterMkLst>
          <pc:docMk/>
          <pc:sldMasterMk cId="252070617" sldId="2147483825"/>
        </pc:sldMasterMkLst>
        <pc:sldLayoutChg chg="add del">
          <pc:chgData name="Yash Verma" userId="5a43bc40-4e82-4f16-9c9e-5af7a51ff8da" providerId="ADAL" clId="{EDF6EB4A-E413-4766-8B60-347D7C09026C}" dt="2023-05-24T21:42:08.145" v="112" actId="26606"/>
          <pc:sldLayoutMkLst>
            <pc:docMk/>
            <pc:sldMasterMk cId="252070617" sldId="2147483825"/>
            <pc:sldLayoutMk cId="440507687" sldId="2147483814"/>
          </pc:sldLayoutMkLst>
        </pc:sldLayoutChg>
        <pc:sldLayoutChg chg="add del">
          <pc:chgData name="Yash Verma" userId="5a43bc40-4e82-4f16-9c9e-5af7a51ff8da" providerId="ADAL" clId="{EDF6EB4A-E413-4766-8B60-347D7C09026C}" dt="2023-05-24T21:42:08.145" v="112" actId="26606"/>
          <pc:sldLayoutMkLst>
            <pc:docMk/>
            <pc:sldMasterMk cId="252070617" sldId="2147483825"/>
            <pc:sldLayoutMk cId="237475158" sldId="2147483815"/>
          </pc:sldLayoutMkLst>
        </pc:sldLayoutChg>
        <pc:sldLayoutChg chg="add del">
          <pc:chgData name="Yash Verma" userId="5a43bc40-4e82-4f16-9c9e-5af7a51ff8da" providerId="ADAL" clId="{EDF6EB4A-E413-4766-8B60-347D7C09026C}" dt="2023-05-24T21:42:08.145" v="112" actId="26606"/>
          <pc:sldLayoutMkLst>
            <pc:docMk/>
            <pc:sldMasterMk cId="252070617" sldId="2147483825"/>
            <pc:sldLayoutMk cId="3967487841" sldId="2147483816"/>
          </pc:sldLayoutMkLst>
        </pc:sldLayoutChg>
        <pc:sldLayoutChg chg="add del">
          <pc:chgData name="Yash Verma" userId="5a43bc40-4e82-4f16-9c9e-5af7a51ff8da" providerId="ADAL" clId="{EDF6EB4A-E413-4766-8B60-347D7C09026C}" dt="2023-05-24T21:42:08.145" v="112" actId="26606"/>
          <pc:sldLayoutMkLst>
            <pc:docMk/>
            <pc:sldMasterMk cId="252070617" sldId="2147483825"/>
            <pc:sldLayoutMk cId="4203514658" sldId="2147483817"/>
          </pc:sldLayoutMkLst>
        </pc:sldLayoutChg>
        <pc:sldLayoutChg chg="add del">
          <pc:chgData name="Yash Verma" userId="5a43bc40-4e82-4f16-9c9e-5af7a51ff8da" providerId="ADAL" clId="{EDF6EB4A-E413-4766-8B60-347D7C09026C}" dt="2023-05-24T21:42:08.145" v="112" actId="26606"/>
          <pc:sldLayoutMkLst>
            <pc:docMk/>
            <pc:sldMasterMk cId="252070617" sldId="2147483825"/>
            <pc:sldLayoutMk cId="3202342274" sldId="2147483818"/>
          </pc:sldLayoutMkLst>
        </pc:sldLayoutChg>
        <pc:sldLayoutChg chg="add del">
          <pc:chgData name="Yash Verma" userId="5a43bc40-4e82-4f16-9c9e-5af7a51ff8da" providerId="ADAL" clId="{EDF6EB4A-E413-4766-8B60-347D7C09026C}" dt="2023-05-24T21:42:08.145" v="112" actId="26606"/>
          <pc:sldLayoutMkLst>
            <pc:docMk/>
            <pc:sldMasterMk cId="252070617" sldId="2147483825"/>
            <pc:sldLayoutMk cId="2691149230" sldId="2147483819"/>
          </pc:sldLayoutMkLst>
        </pc:sldLayoutChg>
        <pc:sldLayoutChg chg="add del">
          <pc:chgData name="Yash Verma" userId="5a43bc40-4e82-4f16-9c9e-5af7a51ff8da" providerId="ADAL" clId="{EDF6EB4A-E413-4766-8B60-347D7C09026C}" dt="2023-05-24T21:42:08.145" v="112" actId="26606"/>
          <pc:sldLayoutMkLst>
            <pc:docMk/>
            <pc:sldMasterMk cId="252070617" sldId="2147483825"/>
            <pc:sldLayoutMk cId="2024130090" sldId="2147483820"/>
          </pc:sldLayoutMkLst>
        </pc:sldLayoutChg>
        <pc:sldLayoutChg chg="add del">
          <pc:chgData name="Yash Verma" userId="5a43bc40-4e82-4f16-9c9e-5af7a51ff8da" providerId="ADAL" clId="{EDF6EB4A-E413-4766-8B60-347D7C09026C}" dt="2023-05-24T21:42:08.145" v="112" actId="26606"/>
          <pc:sldLayoutMkLst>
            <pc:docMk/>
            <pc:sldMasterMk cId="252070617" sldId="2147483825"/>
            <pc:sldLayoutMk cId="1009220945" sldId="2147483821"/>
          </pc:sldLayoutMkLst>
        </pc:sldLayoutChg>
        <pc:sldLayoutChg chg="add del">
          <pc:chgData name="Yash Verma" userId="5a43bc40-4e82-4f16-9c9e-5af7a51ff8da" providerId="ADAL" clId="{EDF6EB4A-E413-4766-8B60-347D7C09026C}" dt="2023-05-24T21:42:08.145" v="112" actId="26606"/>
          <pc:sldLayoutMkLst>
            <pc:docMk/>
            <pc:sldMasterMk cId="252070617" sldId="2147483825"/>
            <pc:sldLayoutMk cId="2387225214" sldId="2147483822"/>
          </pc:sldLayoutMkLst>
        </pc:sldLayoutChg>
        <pc:sldLayoutChg chg="add del">
          <pc:chgData name="Yash Verma" userId="5a43bc40-4e82-4f16-9c9e-5af7a51ff8da" providerId="ADAL" clId="{EDF6EB4A-E413-4766-8B60-347D7C09026C}" dt="2023-05-24T21:42:08.145" v="112" actId="26606"/>
          <pc:sldLayoutMkLst>
            <pc:docMk/>
            <pc:sldMasterMk cId="252070617" sldId="2147483825"/>
            <pc:sldLayoutMk cId="3643432696" sldId="2147483823"/>
          </pc:sldLayoutMkLst>
        </pc:sldLayoutChg>
        <pc:sldLayoutChg chg="add del">
          <pc:chgData name="Yash Verma" userId="5a43bc40-4e82-4f16-9c9e-5af7a51ff8da" providerId="ADAL" clId="{EDF6EB4A-E413-4766-8B60-347D7C09026C}" dt="2023-05-24T21:42:08.145" v="112" actId="26606"/>
          <pc:sldLayoutMkLst>
            <pc:docMk/>
            <pc:sldMasterMk cId="252070617" sldId="2147483825"/>
            <pc:sldLayoutMk cId="3072179174" sldId="2147483824"/>
          </pc:sldLayoutMkLst>
        </pc:sldLayoutChg>
      </pc:sldMasterChg>
      <pc:sldMasterChg chg="add del addSldLayout delSldLayout">
        <pc:chgData name="Yash Verma" userId="5a43bc40-4e82-4f16-9c9e-5af7a51ff8da" providerId="ADAL" clId="{EDF6EB4A-E413-4766-8B60-347D7C09026C}" dt="2023-05-24T21:42:08.050" v="111" actId="26606"/>
        <pc:sldMasterMkLst>
          <pc:docMk/>
          <pc:sldMasterMk cId="3150431845" sldId="2147483862"/>
        </pc:sldMasterMkLst>
        <pc:sldLayoutChg chg="add del">
          <pc:chgData name="Yash Verma" userId="5a43bc40-4e82-4f16-9c9e-5af7a51ff8da" providerId="ADAL" clId="{EDF6EB4A-E413-4766-8B60-347D7C09026C}" dt="2023-05-24T21:42:08.050" v="111" actId="26606"/>
          <pc:sldLayoutMkLst>
            <pc:docMk/>
            <pc:sldMasterMk cId="3150431845" sldId="2147483862"/>
            <pc:sldLayoutMk cId="3168356622" sldId="2147483851"/>
          </pc:sldLayoutMkLst>
        </pc:sldLayoutChg>
        <pc:sldLayoutChg chg="add del">
          <pc:chgData name="Yash Verma" userId="5a43bc40-4e82-4f16-9c9e-5af7a51ff8da" providerId="ADAL" clId="{EDF6EB4A-E413-4766-8B60-347D7C09026C}" dt="2023-05-24T21:42:08.050" v="111" actId="26606"/>
          <pc:sldLayoutMkLst>
            <pc:docMk/>
            <pc:sldMasterMk cId="3150431845" sldId="2147483862"/>
            <pc:sldLayoutMk cId="1271203666" sldId="2147483852"/>
          </pc:sldLayoutMkLst>
        </pc:sldLayoutChg>
        <pc:sldLayoutChg chg="add del">
          <pc:chgData name="Yash Verma" userId="5a43bc40-4e82-4f16-9c9e-5af7a51ff8da" providerId="ADAL" clId="{EDF6EB4A-E413-4766-8B60-347D7C09026C}" dt="2023-05-24T21:42:08.050" v="111" actId="26606"/>
          <pc:sldLayoutMkLst>
            <pc:docMk/>
            <pc:sldMasterMk cId="3150431845" sldId="2147483862"/>
            <pc:sldLayoutMk cId="1354227757" sldId="2147483853"/>
          </pc:sldLayoutMkLst>
        </pc:sldLayoutChg>
        <pc:sldLayoutChg chg="add del">
          <pc:chgData name="Yash Verma" userId="5a43bc40-4e82-4f16-9c9e-5af7a51ff8da" providerId="ADAL" clId="{EDF6EB4A-E413-4766-8B60-347D7C09026C}" dt="2023-05-24T21:42:08.050" v="111" actId="26606"/>
          <pc:sldLayoutMkLst>
            <pc:docMk/>
            <pc:sldMasterMk cId="3150431845" sldId="2147483862"/>
            <pc:sldLayoutMk cId="2819492533" sldId="2147483854"/>
          </pc:sldLayoutMkLst>
        </pc:sldLayoutChg>
        <pc:sldLayoutChg chg="add del">
          <pc:chgData name="Yash Verma" userId="5a43bc40-4e82-4f16-9c9e-5af7a51ff8da" providerId="ADAL" clId="{EDF6EB4A-E413-4766-8B60-347D7C09026C}" dt="2023-05-24T21:42:08.050" v="111" actId="26606"/>
          <pc:sldLayoutMkLst>
            <pc:docMk/>
            <pc:sldMasterMk cId="3150431845" sldId="2147483862"/>
            <pc:sldLayoutMk cId="359915026" sldId="2147483855"/>
          </pc:sldLayoutMkLst>
        </pc:sldLayoutChg>
        <pc:sldLayoutChg chg="add del">
          <pc:chgData name="Yash Verma" userId="5a43bc40-4e82-4f16-9c9e-5af7a51ff8da" providerId="ADAL" clId="{EDF6EB4A-E413-4766-8B60-347D7C09026C}" dt="2023-05-24T21:42:08.050" v="111" actId="26606"/>
          <pc:sldLayoutMkLst>
            <pc:docMk/>
            <pc:sldMasterMk cId="3150431845" sldId="2147483862"/>
            <pc:sldLayoutMk cId="2537514310" sldId="2147483856"/>
          </pc:sldLayoutMkLst>
        </pc:sldLayoutChg>
        <pc:sldLayoutChg chg="add del">
          <pc:chgData name="Yash Verma" userId="5a43bc40-4e82-4f16-9c9e-5af7a51ff8da" providerId="ADAL" clId="{EDF6EB4A-E413-4766-8B60-347D7C09026C}" dt="2023-05-24T21:42:08.050" v="111" actId="26606"/>
          <pc:sldLayoutMkLst>
            <pc:docMk/>
            <pc:sldMasterMk cId="3150431845" sldId="2147483862"/>
            <pc:sldLayoutMk cId="3187755916" sldId="2147483857"/>
          </pc:sldLayoutMkLst>
        </pc:sldLayoutChg>
        <pc:sldLayoutChg chg="add del">
          <pc:chgData name="Yash Verma" userId="5a43bc40-4e82-4f16-9c9e-5af7a51ff8da" providerId="ADAL" clId="{EDF6EB4A-E413-4766-8B60-347D7C09026C}" dt="2023-05-24T21:42:08.050" v="111" actId="26606"/>
          <pc:sldLayoutMkLst>
            <pc:docMk/>
            <pc:sldMasterMk cId="3150431845" sldId="2147483862"/>
            <pc:sldLayoutMk cId="824277775" sldId="2147483858"/>
          </pc:sldLayoutMkLst>
        </pc:sldLayoutChg>
        <pc:sldLayoutChg chg="add del">
          <pc:chgData name="Yash Verma" userId="5a43bc40-4e82-4f16-9c9e-5af7a51ff8da" providerId="ADAL" clId="{EDF6EB4A-E413-4766-8B60-347D7C09026C}" dt="2023-05-24T21:42:08.050" v="111" actId="26606"/>
          <pc:sldLayoutMkLst>
            <pc:docMk/>
            <pc:sldMasterMk cId="3150431845" sldId="2147483862"/>
            <pc:sldLayoutMk cId="976875309" sldId="2147483859"/>
          </pc:sldLayoutMkLst>
        </pc:sldLayoutChg>
        <pc:sldLayoutChg chg="add del">
          <pc:chgData name="Yash Verma" userId="5a43bc40-4e82-4f16-9c9e-5af7a51ff8da" providerId="ADAL" clId="{EDF6EB4A-E413-4766-8B60-347D7C09026C}" dt="2023-05-24T21:42:08.050" v="111" actId="26606"/>
          <pc:sldLayoutMkLst>
            <pc:docMk/>
            <pc:sldMasterMk cId="3150431845" sldId="2147483862"/>
            <pc:sldLayoutMk cId="4132908542" sldId="2147483860"/>
          </pc:sldLayoutMkLst>
        </pc:sldLayoutChg>
        <pc:sldLayoutChg chg="add del">
          <pc:chgData name="Yash Verma" userId="5a43bc40-4e82-4f16-9c9e-5af7a51ff8da" providerId="ADAL" clId="{EDF6EB4A-E413-4766-8B60-347D7C09026C}" dt="2023-05-24T21:42:08.050" v="111" actId="26606"/>
          <pc:sldLayoutMkLst>
            <pc:docMk/>
            <pc:sldMasterMk cId="3150431845" sldId="2147483862"/>
            <pc:sldLayoutMk cId="3102451234" sldId="2147483861"/>
          </pc:sldLayoutMkLst>
        </pc:sldLayoutChg>
      </pc:sldMasterChg>
      <pc:sldMasterChg chg="add del addSldLayout delSldLayout">
        <pc:chgData name="Yash Verma" userId="5a43bc40-4e82-4f16-9c9e-5af7a51ff8da" providerId="ADAL" clId="{EDF6EB4A-E413-4766-8B60-347D7C09026C}" dt="2023-05-24T21:43:15.840" v="131" actId="26606"/>
        <pc:sldMasterMkLst>
          <pc:docMk/>
          <pc:sldMasterMk cId="4041017715" sldId="2147483927"/>
        </pc:sldMasterMkLst>
        <pc:sldLayoutChg chg="add del">
          <pc:chgData name="Yash Verma" userId="5a43bc40-4e82-4f16-9c9e-5af7a51ff8da" providerId="ADAL" clId="{EDF6EB4A-E413-4766-8B60-347D7C09026C}" dt="2023-05-24T21:43:15.840" v="131" actId="26606"/>
          <pc:sldLayoutMkLst>
            <pc:docMk/>
            <pc:sldMasterMk cId="4041017715" sldId="2147483927"/>
            <pc:sldLayoutMk cId="913511860" sldId="2147483916"/>
          </pc:sldLayoutMkLst>
        </pc:sldLayoutChg>
        <pc:sldLayoutChg chg="add del">
          <pc:chgData name="Yash Verma" userId="5a43bc40-4e82-4f16-9c9e-5af7a51ff8da" providerId="ADAL" clId="{EDF6EB4A-E413-4766-8B60-347D7C09026C}" dt="2023-05-24T21:43:15.840" v="131" actId="26606"/>
          <pc:sldLayoutMkLst>
            <pc:docMk/>
            <pc:sldMasterMk cId="4041017715" sldId="2147483927"/>
            <pc:sldLayoutMk cId="88430692" sldId="2147483917"/>
          </pc:sldLayoutMkLst>
        </pc:sldLayoutChg>
        <pc:sldLayoutChg chg="add del">
          <pc:chgData name="Yash Verma" userId="5a43bc40-4e82-4f16-9c9e-5af7a51ff8da" providerId="ADAL" clId="{EDF6EB4A-E413-4766-8B60-347D7C09026C}" dt="2023-05-24T21:43:15.840" v="131" actId="26606"/>
          <pc:sldLayoutMkLst>
            <pc:docMk/>
            <pc:sldMasterMk cId="4041017715" sldId="2147483927"/>
            <pc:sldLayoutMk cId="1799339890" sldId="2147483918"/>
          </pc:sldLayoutMkLst>
        </pc:sldLayoutChg>
        <pc:sldLayoutChg chg="add del">
          <pc:chgData name="Yash Verma" userId="5a43bc40-4e82-4f16-9c9e-5af7a51ff8da" providerId="ADAL" clId="{EDF6EB4A-E413-4766-8B60-347D7C09026C}" dt="2023-05-24T21:43:15.840" v="131" actId="26606"/>
          <pc:sldLayoutMkLst>
            <pc:docMk/>
            <pc:sldMasterMk cId="4041017715" sldId="2147483927"/>
            <pc:sldLayoutMk cId="2327115946" sldId="2147483919"/>
          </pc:sldLayoutMkLst>
        </pc:sldLayoutChg>
        <pc:sldLayoutChg chg="add del">
          <pc:chgData name="Yash Verma" userId="5a43bc40-4e82-4f16-9c9e-5af7a51ff8da" providerId="ADAL" clId="{EDF6EB4A-E413-4766-8B60-347D7C09026C}" dt="2023-05-24T21:43:15.840" v="131" actId="26606"/>
          <pc:sldLayoutMkLst>
            <pc:docMk/>
            <pc:sldMasterMk cId="4041017715" sldId="2147483927"/>
            <pc:sldLayoutMk cId="3267968655" sldId="2147483920"/>
          </pc:sldLayoutMkLst>
        </pc:sldLayoutChg>
        <pc:sldLayoutChg chg="add del">
          <pc:chgData name="Yash Verma" userId="5a43bc40-4e82-4f16-9c9e-5af7a51ff8da" providerId="ADAL" clId="{EDF6EB4A-E413-4766-8B60-347D7C09026C}" dt="2023-05-24T21:43:15.840" v="131" actId="26606"/>
          <pc:sldLayoutMkLst>
            <pc:docMk/>
            <pc:sldMasterMk cId="4041017715" sldId="2147483927"/>
            <pc:sldLayoutMk cId="518360076" sldId="2147483921"/>
          </pc:sldLayoutMkLst>
        </pc:sldLayoutChg>
        <pc:sldLayoutChg chg="add del">
          <pc:chgData name="Yash Verma" userId="5a43bc40-4e82-4f16-9c9e-5af7a51ff8da" providerId="ADAL" clId="{EDF6EB4A-E413-4766-8B60-347D7C09026C}" dt="2023-05-24T21:43:15.840" v="131" actId="26606"/>
          <pc:sldLayoutMkLst>
            <pc:docMk/>
            <pc:sldMasterMk cId="4041017715" sldId="2147483927"/>
            <pc:sldLayoutMk cId="1447742863" sldId="2147483922"/>
          </pc:sldLayoutMkLst>
        </pc:sldLayoutChg>
        <pc:sldLayoutChg chg="add del">
          <pc:chgData name="Yash Verma" userId="5a43bc40-4e82-4f16-9c9e-5af7a51ff8da" providerId="ADAL" clId="{EDF6EB4A-E413-4766-8B60-347D7C09026C}" dt="2023-05-24T21:43:15.840" v="131" actId="26606"/>
          <pc:sldLayoutMkLst>
            <pc:docMk/>
            <pc:sldMasterMk cId="4041017715" sldId="2147483927"/>
            <pc:sldLayoutMk cId="1217559669" sldId="2147483923"/>
          </pc:sldLayoutMkLst>
        </pc:sldLayoutChg>
        <pc:sldLayoutChg chg="add del">
          <pc:chgData name="Yash Verma" userId="5a43bc40-4e82-4f16-9c9e-5af7a51ff8da" providerId="ADAL" clId="{EDF6EB4A-E413-4766-8B60-347D7C09026C}" dt="2023-05-24T21:43:15.840" v="131" actId="26606"/>
          <pc:sldLayoutMkLst>
            <pc:docMk/>
            <pc:sldMasterMk cId="4041017715" sldId="2147483927"/>
            <pc:sldLayoutMk cId="2159747084" sldId="2147483924"/>
          </pc:sldLayoutMkLst>
        </pc:sldLayoutChg>
        <pc:sldLayoutChg chg="add del">
          <pc:chgData name="Yash Verma" userId="5a43bc40-4e82-4f16-9c9e-5af7a51ff8da" providerId="ADAL" clId="{EDF6EB4A-E413-4766-8B60-347D7C09026C}" dt="2023-05-24T21:43:15.840" v="131" actId="26606"/>
          <pc:sldLayoutMkLst>
            <pc:docMk/>
            <pc:sldMasterMk cId="4041017715" sldId="2147483927"/>
            <pc:sldLayoutMk cId="1181041403" sldId="2147483925"/>
          </pc:sldLayoutMkLst>
        </pc:sldLayoutChg>
        <pc:sldLayoutChg chg="add del">
          <pc:chgData name="Yash Verma" userId="5a43bc40-4e82-4f16-9c9e-5af7a51ff8da" providerId="ADAL" clId="{EDF6EB4A-E413-4766-8B60-347D7C09026C}" dt="2023-05-24T21:43:15.840" v="131" actId="26606"/>
          <pc:sldLayoutMkLst>
            <pc:docMk/>
            <pc:sldMasterMk cId="4041017715" sldId="2147483927"/>
            <pc:sldLayoutMk cId="1091155983" sldId="2147483926"/>
          </pc:sldLayoutMkLst>
        </pc:sldLayoutChg>
      </pc:sldMasterChg>
      <pc:sldMasterChg chg="add del addSldLayout delSldLayout">
        <pc:chgData name="Yash Verma" userId="5a43bc40-4e82-4f16-9c9e-5af7a51ff8da" providerId="ADAL" clId="{EDF6EB4A-E413-4766-8B60-347D7C09026C}" dt="2023-05-24T21:43:13.794" v="124" actId="26606"/>
        <pc:sldMasterMkLst>
          <pc:docMk/>
          <pc:sldMasterMk cId="55057265" sldId="2147483928"/>
        </pc:sldMasterMkLst>
        <pc:sldLayoutChg chg="add del">
          <pc:chgData name="Yash Verma" userId="5a43bc40-4e82-4f16-9c9e-5af7a51ff8da" providerId="ADAL" clId="{EDF6EB4A-E413-4766-8B60-347D7C09026C}" dt="2023-05-24T21:43:13.794" v="124" actId="26606"/>
          <pc:sldLayoutMkLst>
            <pc:docMk/>
            <pc:sldMasterMk cId="55057265" sldId="2147483928"/>
            <pc:sldLayoutMk cId="1914295633" sldId="2147483929"/>
          </pc:sldLayoutMkLst>
        </pc:sldLayoutChg>
        <pc:sldLayoutChg chg="add del">
          <pc:chgData name="Yash Verma" userId="5a43bc40-4e82-4f16-9c9e-5af7a51ff8da" providerId="ADAL" clId="{EDF6EB4A-E413-4766-8B60-347D7C09026C}" dt="2023-05-24T21:43:13.794" v="124" actId="26606"/>
          <pc:sldLayoutMkLst>
            <pc:docMk/>
            <pc:sldMasterMk cId="55057265" sldId="2147483928"/>
            <pc:sldLayoutMk cId="3414382419" sldId="2147483930"/>
          </pc:sldLayoutMkLst>
        </pc:sldLayoutChg>
        <pc:sldLayoutChg chg="add del">
          <pc:chgData name="Yash Verma" userId="5a43bc40-4e82-4f16-9c9e-5af7a51ff8da" providerId="ADAL" clId="{EDF6EB4A-E413-4766-8B60-347D7C09026C}" dt="2023-05-24T21:43:13.794" v="124" actId="26606"/>
          <pc:sldLayoutMkLst>
            <pc:docMk/>
            <pc:sldMasterMk cId="55057265" sldId="2147483928"/>
            <pc:sldLayoutMk cId="2800231220" sldId="2147483931"/>
          </pc:sldLayoutMkLst>
        </pc:sldLayoutChg>
        <pc:sldLayoutChg chg="add del">
          <pc:chgData name="Yash Verma" userId="5a43bc40-4e82-4f16-9c9e-5af7a51ff8da" providerId="ADAL" clId="{EDF6EB4A-E413-4766-8B60-347D7C09026C}" dt="2023-05-24T21:43:13.794" v="124" actId="26606"/>
          <pc:sldLayoutMkLst>
            <pc:docMk/>
            <pc:sldMasterMk cId="55057265" sldId="2147483928"/>
            <pc:sldLayoutMk cId="3130167569" sldId="2147483932"/>
          </pc:sldLayoutMkLst>
        </pc:sldLayoutChg>
        <pc:sldLayoutChg chg="add del">
          <pc:chgData name="Yash Verma" userId="5a43bc40-4e82-4f16-9c9e-5af7a51ff8da" providerId="ADAL" clId="{EDF6EB4A-E413-4766-8B60-347D7C09026C}" dt="2023-05-24T21:43:13.794" v="124" actId="26606"/>
          <pc:sldLayoutMkLst>
            <pc:docMk/>
            <pc:sldMasterMk cId="55057265" sldId="2147483928"/>
            <pc:sldLayoutMk cId="871456399" sldId="2147483933"/>
          </pc:sldLayoutMkLst>
        </pc:sldLayoutChg>
        <pc:sldLayoutChg chg="add del">
          <pc:chgData name="Yash Verma" userId="5a43bc40-4e82-4f16-9c9e-5af7a51ff8da" providerId="ADAL" clId="{EDF6EB4A-E413-4766-8B60-347D7C09026C}" dt="2023-05-24T21:43:13.794" v="124" actId="26606"/>
          <pc:sldLayoutMkLst>
            <pc:docMk/>
            <pc:sldMasterMk cId="55057265" sldId="2147483928"/>
            <pc:sldLayoutMk cId="1622326157" sldId="2147483934"/>
          </pc:sldLayoutMkLst>
        </pc:sldLayoutChg>
        <pc:sldLayoutChg chg="add del">
          <pc:chgData name="Yash Verma" userId="5a43bc40-4e82-4f16-9c9e-5af7a51ff8da" providerId="ADAL" clId="{EDF6EB4A-E413-4766-8B60-347D7C09026C}" dt="2023-05-24T21:43:13.794" v="124" actId="26606"/>
          <pc:sldLayoutMkLst>
            <pc:docMk/>
            <pc:sldMasterMk cId="55057265" sldId="2147483928"/>
            <pc:sldLayoutMk cId="693946236" sldId="2147483935"/>
          </pc:sldLayoutMkLst>
        </pc:sldLayoutChg>
        <pc:sldLayoutChg chg="add del">
          <pc:chgData name="Yash Verma" userId="5a43bc40-4e82-4f16-9c9e-5af7a51ff8da" providerId="ADAL" clId="{EDF6EB4A-E413-4766-8B60-347D7C09026C}" dt="2023-05-24T21:43:13.794" v="124" actId="26606"/>
          <pc:sldLayoutMkLst>
            <pc:docMk/>
            <pc:sldMasterMk cId="55057265" sldId="2147483928"/>
            <pc:sldLayoutMk cId="1997941054" sldId="2147483936"/>
          </pc:sldLayoutMkLst>
        </pc:sldLayoutChg>
        <pc:sldLayoutChg chg="add del">
          <pc:chgData name="Yash Verma" userId="5a43bc40-4e82-4f16-9c9e-5af7a51ff8da" providerId="ADAL" clId="{EDF6EB4A-E413-4766-8B60-347D7C09026C}" dt="2023-05-24T21:43:13.794" v="124" actId="26606"/>
          <pc:sldLayoutMkLst>
            <pc:docMk/>
            <pc:sldMasterMk cId="55057265" sldId="2147483928"/>
            <pc:sldLayoutMk cId="776157624" sldId="2147483937"/>
          </pc:sldLayoutMkLst>
        </pc:sldLayoutChg>
        <pc:sldLayoutChg chg="add del">
          <pc:chgData name="Yash Verma" userId="5a43bc40-4e82-4f16-9c9e-5af7a51ff8da" providerId="ADAL" clId="{EDF6EB4A-E413-4766-8B60-347D7C09026C}" dt="2023-05-24T21:43:13.794" v="124" actId="26606"/>
          <pc:sldLayoutMkLst>
            <pc:docMk/>
            <pc:sldMasterMk cId="55057265" sldId="2147483928"/>
            <pc:sldLayoutMk cId="183226479" sldId="2147483938"/>
          </pc:sldLayoutMkLst>
        </pc:sldLayoutChg>
        <pc:sldLayoutChg chg="add del">
          <pc:chgData name="Yash Verma" userId="5a43bc40-4e82-4f16-9c9e-5af7a51ff8da" providerId="ADAL" clId="{EDF6EB4A-E413-4766-8B60-347D7C09026C}" dt="2023-05-24T21:43:13.794" v="124" actId="26606"/>
          <pc:sldLayoutMkLst>
            <pc:docMk/>
            <pc:sldMasterMk cId="55057265" sldId="2147483928"/>
            <pc:sldLayoutMk cId="2451264248" sldId="2147483939"/>
          </pc:sldLayoutMkLst>
        </pc:sldLayoutChg>
      </pc:sldMasterChg>
      <pc:sldMasterChg chg="add del addSldLayout delSldLayout">
        <pc:chgData name="Yash Verma" userId="5a43bc40-4e82-4f16-9c9e-5af7a51ff8da" providerId="ADAL" clId="{EDF6EB4A-E413-4766-8B60-347D7C09026C}" dt="2023-05-24T21:43:14.383" v="127" actId="26606"/>
        <pc:sldMasterMkLst>
          <pc:docMk/>
          <pc:sldMasterMk cId="1348866396" sldId="2147483951"/>
        </pc:sldMasterMkLst>
        <pc:sldLayoutChg chg="add del">
          <pc:chgData name="Yash Verma" userId="5a43bc40-4e82-4f16-9c9e-5af7a51ff8da" providerId="ADAL" clId="{EDF6EB4A-E413-4766-8B60-347D7C09026C}" dt="2023-05-24T21:43:14.383" v="127" actId="26606"/>
          <pc:sldLayoutMkLst>
            <pc:docMk/>
            <pc:sldMasterMk cId="1348866396" sldId="2147483951"/>
            <pc:sldLayoutMk cId="3006755674" sldId="2147483940"/>
          </pc:sldLayoutMkLst>
        </pc:sldLayoutChg>
        <pc:sldLayoutChg chg="add del">
          <pc:chgData name="Yash Verma" userId="5a43bc40-4e82-4f16-9c9e-5af7a51ff8da" providerId="ADAL" clId="{EDF6EB4A-E413-4766-8B60-347D7C09026C}" dt="2023-05-24T21:43:14.383" v="127" actId="26606"/>
          <pc:sldLayoutMkLst>
            <pc:docMk/>
            <pc:sldMasterMk cId="1348866396" sldId="2147483951"/>
            <pc:sldLayoutMk cId="562995645" sldId="2147483941"/>
          </pc:sldLayoutMkLst>
        </pc:sldLayoutChg>
        <pc:sldLayoutChg chg="add del">
          <pc:chgData name="Yash Verma" userId="5a43bc40-4e82-4f16-9c9e-5af7a51ff8da" providerId="ADAL" clId="{EDF6EB4A-E413-4766-8B60-347D7C09026C}" dt="2023-05-24T21:43:14.383" v="127" actId="26606"/>
          <pc:sldLayoutMkLst>
            <pc:docMk/>
            <pc:sldMasterMk cId="1348866396" sldId="2147483951"/>
            <pc:sldLayoutMk cId="273065007" sldId="2147483942"/>
          </pc:sldLayoutMkLst>
        </pc:sldLayoutChg>
        <pc:sldLayoutChg chg="add del">
          <pc:chgData name="Yash Verma" userId="5a43bc40-4e82-4f16-9c9e-5af7a51ff8da" providerId="ADAL" clId="{EDF6EB4A-E413-4766-8B60-347D7C09026C}" dt="2023-05-24T21:43:14.383" v="127" actId="26606"/>
          <pc:sldLayoutMkLst>
            <pc:docMk/>
            <pc:sldMasterMk cId="1348866396" sldId="2147483951"/>
            <pc:sldLayoutMk cId="4096474789" sldId="2147483943"/>
          </pc:sldLayoutMkLst>
        </pc:sldLayoutChg>
        <pc:sldLayoutChg chg="add del">
          <pc:chgData name="Yash Verma" userId="5a43bc40-4e82-4f16-9c9e-5af7a51ff8da" providerId="ADAL" clId="{EDF6EB4A-E413-4766-8B60-347D7C09026C}" dt="2023-05-24T21:43:14.383" v="127" actId="26606"/>
          <pc:sldLayoutMkLst>
            <pc:docMk/>
            <pc:sldMasterMk cId="1348866396" sldId="2147483951"/>
            <pc:sldLayoutMk cId="630998117" sldId="2147483944"/>
          </pc:sldLayoutMkLst>
        </pc:sldLayoutChg>
        <pc:sldLayoutChg chg="add del">
          <pc:chgData name="Yash Verma" userId="5a43bc40-4e82-4f16-9c9e-5af7a51ff8da" providerId="ADAL" clId="{EDF6EB4A-E413-4766-8B60-347D7C09026C}" dt="2023-05-24T21:43:14.383" v="127" actId="26606"/>
          <pc:sldLayoutMkLst>
            <pc:docMk/>
            <pc:sldMasterMk cId="1348866396" sldId="2147483951"/>
            <pc:sldLayoutMk cId="3540203406" sldId="2147483945"/>
          </pc:sldLayoutMkLst>
        </pc:sldLayoutChg>
        <pc:sldLayoutChg chg="add del">
          <pc:chgData name="Yash Verma" userId="5a43bc40-4e82-4f16-9c9e-5af7a51ff8da" providerId="ADAL" clId="{EDF6EB4A-E413-4766-8B60-347D7C09026C}" dt="2023-05-24T21:43:14.383" v="127" actId="26606"/>
          <pc:sldLayoutMkLst>
            <pc:docMk/>
            <pc:sldMasterMk cId="1348866396" sldId="2147483951"/>
            <pc:sldLayoutMk cId="3437702360" sldId="2147483946"/>
          </pc:sldLayoutMkLst>
        </pc:sldLayoutChg>
        <pc:sldLayoutChg chg="add del">
          <pc:chgData name="Yash Verma" userId="5a43bc40-4e82-4f16-9c9e-5af7a51ff8da" providerId="ADAL" clId="{EDF6EB4A-E413-4766-8B60-347D7C09026C}" dt="2023-05-24T21:43:14.383" v="127" actId="26606"/>
          <pc:sldLayoutMkLst>
            <pc:docMk/>
            <pc:sldMasterMk cId="1348866396" sldId="2147483951"/>
            <pc:sldLayoutMk cId="4067609460" sldId="2147483947"/>
          </pc:sldLayoutMkLst>
        </pc:sldLayoutChg>
        <pc:sldLayoutChg chg="add del">
          <pc:chgData name="Yash Verma" userId="5a43bc40-4e82-4f16-9c9e-5af7a51ff8da" providerId="ADAL" clId="{EDF6EB4A-E413-4766-8B60-347D7C09026C}" dt="2023-05-24T21:43:14.383" v="127" actId="26606"/>
          <pc:sldLayoutMkLst>
            <pc:docMk/>
            <pc:sldMasterMk cId="1348866396" sldId="2147483951"/>
            <pc:sldLayoutMk cId="1145829404" sldId="2147483948"/>
          </pc:sldLayoutMkLst>
        </pc:sldLayoutChg>
        <pc:sldLayoutChg chg="add del">
          <pc:chgData name="Yash Verma" userId="5a43bc40-4e82-4f16-9c9e-5af7a51ff8da" providerId="ADAL" clId="{EDF6EB4A-E413-4766-8B60-347D7C09026C}" dt="2023-05-24T21:43:14.383" v="127" actId="26606"/>
          <pc:sldLayoutMkLst>
            <pc:docMk/>
            <pc:sldMasterMk cId="1348866396" sldId="2147483951"/>
            <pc:sldLayoutMk cId="2903086779" sldId="2147483949"/>
          </pc:sldLayoutMkLst>
        </pc:sldLayoutChg>
        <pc:sldLayoutChg chg="add del">
          <pc:chgData name="Yash Verma" userId="5a43bc40-4e82-4f16-9c9e-5af7a51ff8da" providerId="ADAL" clId="{EDF6EB4A-E413-4766-8B60-347D7C09026C}" dt="2023-05-24T21:43:14.383" v="127" actId="26606"/>
          <pc:sldLayoutMkLst>
            <pc:docMk/>
            <pc:sldMasterMk cId="1348866396" sldId="2147483951"/>
            <pc:sldLayoutMk cId="2971107616" sldId="2147483950"/>
          </pc:sldLayoutMkLst>
        </pc:sldLayoutChg>
      </pc:sldMasterChg>
      <pc:sldMasterChg chg="add del addSldLayout delSldLayout">
        <pc:chgData name="Yash Verma" userId="5a43bc40-4e82-4f16-9c9e-5af7a51ff8da" providerId="ADAL" clId="{EDF6EB4A-E413-4766-8B60-347D7C09026C}" dt="2023-05-24T21:43:15.704" v="130" actId="26606"/>
        <pc:sldMasterMkLst>
          <pc:docMk/>
          <pc:sldMasterMk cId="2692006033" sldId="2147483964"/>
        </pc:sldMasterMkLst>
        <pc:sldLayoutChg chg="add del">
          <pc:chgData name="Yash Verma" userId="5a43bc40-4e82-4f16-9c9e-5af7a51ff8da" providerId="ADAL" clId="{EDF6EB4A-E413-4766-8B60-347D7C09026C}" dt="2023-05-24T21:43:15.704" v="130" actId="26606"/>
          <pc:sldLayoutMkLst>
            <pc:docMk/>
            <pc:sldMasterMk cId="2692006033" sldId="2147483964"/>
            <pc:sldLayoutMk cId="2006904320" sldId="2147483953"/>
          </pc:sldLayoutMkLst>
        </pc:sldLayoutChg>
        <pc:sldLayoutChg chg="add del">
          <pc:chgData name="Yash Verma" userId="5a43bc40-4e82-4f16-9c9e-5af7a51ff8da" providerId="ADAL" clId="{EDF6EB4A-E413-4766-8B60-347D7C09026C}" dt="2023-05-24T21:43:15.704" v="130" actId="26606"/>
          <pc:sldLayoutMkLst>
            <pc:docMk/>
            <pc:sldMasterMk cId="2692006033" sldId="2147483964"/>
            <pc:sldLayoutMk cId="1769607156" sldId="2147483954"/>
          </pc:sldLayoutMkLst>
        </pc:sldLayoutChg>
        <pc:sldLayoutChg chg="add del">
          <pc:chgData name="Yash Verma" userId="5a43bc40-4e82-4f16-9c9e-5af7a51ff8da" providerId="ADAL" clId="{EDF6EB4A-E413-4766-8B60-347D7C09026C}" dt="2023-05-24T21:43:15.704" v="130" actId="26606"/>
          <pc:sldLayoutMkLst>
            <pc:docMk/>
            <pc:sldMasterMk cId="2692006033" sldId="2147483964"/>
            <pc:sldLayoutMk cId="3333229988" sldId="2147483955"/>
          </pc:sldLayoutMkLst>
        </pc:sldLayoutChg>
        <pc:sldLayoutChg chg="add del">
          <pc:chgData name="Yash Verma" userId="5a43bc40-4e82-4f16-9c9e-5af7a51ff8da" providerId="ADAL" clId="{EDF6EB4A-E413-4766-8B60-347D7C09026C}" dt="2023-05-24T21:43:15.704" v="130" actId="26606"/>
          <pc:sldLayoutMkLst>
            <pc:docMk/>
            <pc:sldMasterMk cId="2692006033" sldId="2147483964"/>
            <pc:sldLayoutMk cId="1040582324" sldId="2147483956"/>
          </pc:sldLayoutMkLst>
        </pc:sldLayoutChg>
        <pc:sldLayoutChg chg="add del">
          <pc:chgData name="Yash Verma" userId="5a43bc40-4e82-4f16-9c9e-5af7a51ff8da" providerId="ADAL" clId="{EDF6EB4A-E413-4766-8B60-347D7C09026C}" dt="2023-05-24T21:43:15.704" v="130" actId="26606"/>
          <pc:sldLayoutMkLst>
            <pc:docMk/>
            <pc:sldMasterMk cId="2692006033" sldId="2147483964"/>
            <pc:sldLayoutMk cId="554619330" sldId="2147483957"/>
          </pc:sldLayoutMkLst>
        </pc:sldLayoutChg>
        <pc:sldLayoutChg chg="add del">
          <pc:chgData name="Yash Verma" userId="5a43bc40-4e82-4f16-9c9e-5af7a51ff8da" providerId="ADAL" clId="{EDF6EB4A-E413-4766-8B60-347D7C09026C}" dt="2023-05-24T21:43:15.704" v="130" actId="26606"/>
          <pc:sldLayoutMkLst>
            <pc:docMk/>
            <pc:sldMasterMk cId="2692006033" sldId="2147483964"/>
            <pc:sldLayoutMk cId="311615948" sldId="2147483958"/>
          </pc:sldLayoutMkLst>
        </pc:sldLayoutChg>
        <pc:sldLayoutChg chg="add del">
          <pc:chgData name="Yash Verma" userId="5a43bc40-4e82-4f16-9c9e-5af7a51ff8da" providerId="ADAL" clId="{EDF6EB4A-E413-4766-8B60-347D7C09026C}" dt="2023-05-24T21:43:15.704" v="130" actId="26606"/>
          <pc:sldLayoutMkLst>
            <pc:docMk/>
            <pc:sldMasterMk cId="2692006033" sldId="2147483964"/>
            <pc:sldLayoutMk cId="3894096047" sldId="2147483959"/>
          </pc:sldLayoutMkLst>
        </pc:sldLayoutChg>
        <pc:sldLayoutChg chg="add del">
          <pc:chgData name="Yash Verma" userId="5a43bc40-4e82-4f16-9c9e-5af7a51ff8da" providerId="ADAL" clId="{EDF6EB4A-E413-4766-8B60-347D7C09026C}" dt="2023-05-24T21:43:15.704" v="130" actId="26606"/>
          <pc:sldLayoutMkLst>
            <pc:docMk/>
            <pc:sldMasterMk cId="2692006033" sldId="2147483964"/>
            <pc:sldLayoutMk cId="1947857232" sldId="2147483960"/>
          </pc:sldLayoutMkLst>
        </pc:sldLayoutChg>
        <pc:sldLayoutChg chg="add del">
          <pc:chgData name="Yash Verma" userId="5a43bc40-4e82-4f16-9c9e-5af7a51ff8da" providerId="ADAL" clId="{EDF6EB4A-E413-4766-8B60-347D7C09026C}" dt="2023-05-24T21:43:15.704" v="130" actId="26606"/>
          <pc:sldLayoutMkLst>
            <pc:docMk/>
            <pc:sldMasterMk cId="2692006033" sldId="2147483964"/>
            <pc:sldLayoutMk cId="1792368166" sldId="2147483961"/>
          </pc:sldLayoutMkLst>
        </pc:sldLayoutChg>
        <pc:sldLayoutChg chg="add del">
          <pc:chgData name="Yash Verma" userId="5a43bc40-4e82-4f16-9c9e-5af7a51ff8da" providerId="ADAL" clId="{EDF6EB4A-E413-4766-8B60-347D7C09026C}" dt="2023-05-24T21:43:15.704" v="130" actId="26606"/>
          <pc:sldLayoutMkLst>
            <pc:docMk/>
            <pc:sldMasterMk cId="2692006033" sldId="2147483964"/>
            <pc:sldLayoutMk cId="3779089688" sldId="2147483962"/>
          </pc:sldLayoutMkLst>
        </pc:sldLayoutChg>
        <pc:sldLayoutChg chg="add del">
          <pc:chgData name="Yash Verma" userId="5a43bc40-4e82-4f16-9c9e-5af7a51ff8da" providerId="ADAL" clId="{EDF6EB4A-E413-4766-8B60-347D7C09026C}" dt="2023-05-24T21:43:15.704" v="130" actId="26606"/>
          <pc:sldLayoutMkLst>
            <pc:docMk/>
            <pc:sldMasterMk cId="2692006033" sldId="2147483964"/>
            <pc:sldLayoutMk cId="1861136847" sldId="2147483963"/>
          </pc:sldLayoutMkLst>
        </pc:sldLayoutChg>
      </pc:sldMasterChg>
      <pc:sldMasterChg chg="add del addSldLayout delSldLayout">
        <pc:chgData name="Yash Verma" userId="5a43bc40-4e82-4f16-9c9e-5af7a51ff8da" providerId="ADAL" clId="{EDF6EB4A-E413-4766-8B60-347D7C09026C}" dt="2023-05-24T21:45:01.311" v="154" actId="26606"/>
        <pc:sldMasterMkLst>
          <pc:docMk/>
          <pc:sldMasterMk cId="2134423401" sldId="2147483977"/>
        </pc:sldMasterMkLst>
        <pc:sldLayoutChg chg="add del">
          <pc:chgData name="Yash Verma" userId="5a43bc40-4e82-4f16-9c9e-5af7a51ff8da" providerId="ADAL" clId="{EDF6EB4A-E413-4766-8B60-347D7C09026C}" dt="2023-05-24T21:45:01.311" v="154" actId="26606"/>
          <pc:sldLayoutMkLst>
            <pc:docMk/>
            <pc:sldMasterMk cId="2134423401" sldId="2147483977"/>
            <pc:sldLayoutMk cId="62361708" sldId="2147483966"/>
          </pc:sldLayoutMkLst>
        </pc:sldLayoutChg>
        <pc:sldLayoutChg chg="add del">
          <pc:chgData name="Yash Verma" userId="5a43bc40-4e82-4f16-9c9e-5af7a51ff8da" providerId="ADAL" clId="{EDF6EB4A-E413-4766-8B60-347D7C09026C}" dt="2023-05-24T21:45:01.311" v="154" actId="26606"/>
          <pc:sldLayoutMkLst>
            <pc:docMk/>
            <pc:sldMasterMk cId="2134423401" sldId="2147483977"/>
            <pc:sldLayoutMk cId="3886274048" sldId="2147483967"/>
          </pc:sldLayoutMkLst>
        </pc:sldLayoutChg>
        <pc:sldLayoutChg chg="add del">
          <pc:chgData name="Yash Verma" userId="5a43bc40-4e82-4f16-9c9e-5af7a51ff8da" providerId="ADAL" clId="{EDF6EB4A-E413-4766-8B60-347D7C09026C}" dt="2023-05-24T21:45:01.311" v="154" actId="26606"/>
          <pc:sldLayoutMkLst>
            <pc:docMk/>
            <pc:sldMasterMk cId="2134423401" sldId="2147483977"/>
            <pc:sldLayoutMk cId="464771135" sldId="2147483968"/>
          </pc:sldLayoutMkLst>
        </pc:sldLayoutChg>
        <pc:sldLayoutChg chg="add del">
          <pc:chgData name="Yash Verma" userId="5a43bc40-4e82-4f16-9c9e-5af7a51ff8da" providerId="ADAL" clId="{EDF6EB4A-E413-4766-8B60-347D7C09026C}" dt="2023-05-24T21:45:01.311" v="154" actId="26606"/>
          <pc:sldLayoutMkLst>
            <pc:docMk/>
            <pc:sldMasterMk cId="2134423401" sldId="2147483977"/>
            <pc:sldLayoutMk cId="1324871831" sldId="2147483969"/>
          </pc:sldLayoutMkLst>
        </pc:sldLayoutChg>
        <pc:sldLayoutChg chg="add del">
          <pc:chgData name="Yash Verma" userId="5a43bc40-4e82-4f16-9c9e-5af7a51ff8da" providerId="ADAL" clId="{EDF6EB4A-E413-4766-8B60-347D7C09026C}" dt="2023-05-24T21:45:01.311" v="154" actId="26606"/>
          <pc:sldLayoutMkLst>
            <pc:docMk/>
            <pc:sldMasterMk cId="2134423401" sldId="2147483977"/>
            <pc:sldLayoutMk cId="3966192998" sldId="2147483970"/>
          </pc:sldLayoutMkLst>
        </pc:sldLayoutChg>
        <pc:sldLayoutChg chg="add del">
          <pc:chgData name="Yash Verma" userId="5a43bc40-4e82-4f16-9c9e-5af7a51ff8da" providerId="ADAL" clId="{EDF6EB4A-E413-4766-8B60-347D7C09026C}" dt="2023-05-24T21:45:01.311" v="154" actId="26606"/>
          <pc:sldLayoutMkLst>
            <pc:docMk/>
            <pc:sldMasterMk cId="2134423401" sldId="2147483977"/>
            <pc:sldLayoutMk cId="3180997323" sldId="2147483971"/>
          </pc:sldLayoutMkLst>
        </pc:sldLayoutChg>
        <pc:sldLayoutChg chg="add del">
          <pc:chgData name="Yash Verma" userId="5a43bc40-4e82-4f16-9c9e-5af7a51ff8da" providerId="ADAL" clId="{EDF6EB4A-E413-4766-8B60-347D7C09026C}" dt="2023-05-24T21:45:01.311" v="154" actId="26606"/>
          <pc:sldLayoutMkLst>
            <pc:docMk/>
            <pc:sldMasterMk cId="2134423401" sldId="2147483977"/>
            <pc:sldLayoutMk cId="2268175728" sldId="2147483972"/>
          </pc:sldLayoutMkLst>
        </pc:sldLayoutChg>
        <pc:sldLayoutChg chg="add del">
          <pc:chgData name="Yash Verma" userId="5a43bc40-4e82-4f16-9c9e-5af7a51ff8da" providerId="ADAL" clId="{EDF6EB4A-E413-4766-8B60-347D7C09026C}" dt="2023-05-24T21:45:01.311" v="154" actId="26606"/>
          <pc:sldLayoutMkLst>
            <pc:docMk/>
            <pc:sldMasterMk cId="2134423401" sldId="2147483977"/>
            <pc:sldLayoutMk cId="2249275828" sldId="2147483973"/>
          </pc:sldLayoutMkLst>
        </pc:sldLayoutChg>
        <pc:sldLayoutChg chg="add del">
          <pc:chgData name="Yash Verma" userId="5a43bc40-4e82-4f16-9c9e-5af7a51ff8da" providerId="ADAL" clId="{EDF6EB4A-E413-4766-8B60-347D7C09026C}" dt="2023-05-24T21:45:01.311" v="154" actId="26606"/>
          <pc:sldLayoutMkLst>
            <pc:docMk/>
            <pc:sldMasterMk cId="2134423401" sldId="2147483977"/>
            <pc:sldLayoutMk cId="1779076334" sldId="2147483974"/>
          </pc:sldLayoutMkLst>
        </pc:sldLayoutChg>
        <pc:sldLayoutChg chg="add del">
          <pc:chgData name="Yash Verma" userId="5a43bc40-4e82-4f16-9c9e-5af7a51ff8da" providerId="ADAL" clId="{EDF6EB4A-E413-4766-8B60-347D7C09026C}" dt="2023-05-24T21:45:01.311" v="154" actId="26606"/>
          <pc:sldLayoutMkLst>
            <pc:docMk/>
            <pc:sldMasterMk cId="2134423401" sldId="2147483977"/>
            <pc:sldLayoutMk cId="1949221633" sldId="2147483975"/>
          </pc:sldLayoutMkLst>
        </pc:sldLayoutChg>
        <pc:sldLayoutChg chg="add del">
          <pc:chgData name="Yash Verma" userId="5a43bc40-4e82-4f16-9c9e-5af7a51ff8da" providerId="ADAL" clId="{EDF6EB4A-E413-4766-8B60-347D7C09026C}" dt="2023-05-24T21:45:01.311" v="154" actId="26606"/>
          <pc:sldLayoutMkLst>
            <pc:docMk/>
            <pc:sldMasterMk cId="2134423401" sldId="2147483977"/>
            <pc:sldLayoutMk cId="3906703747" sldId="2147483976"/>
          </pc:sldLayoutMkLst>
        </pc:sldLayoutChg>
      </pc:sldMasterChg>
      <pc:sldMasterChg chg="add del addSldLayout delSldLayout">
        <pc:chgData name="Yash Verma" userId="5a43bc40-4e82-4f16-9c9e-5af7a51ff8da" providerId="ADAL" clId="{EDF6EB4A-E413-4766-8B60-347D7C09026C}" dt="2023-05-24T21:44:57.259" v="151" actId="26606"/>
        <pc:sldMasterMkLst>
          <pc:docMk/>
          <pc:sldMasterMk cId="105354034" sldId="2147483978"/>
        </pc:sldMasterMkLst>
        <pc:sldLayoutChg chg="add del">
          <pc:chgData name="Yash Verma" userId="5a43bc40-4e82-4f16-9c9e-5af7a51ff8da" providerId="ADAL" clId="{EDF6EB4A-E413-4766-8B60-347D7C09026C}" dt="2023-05-24T21:44:57.259" v="151" actId="26606"/>
          <pc:sldLayoutMkLst>
            <pc:docMk/>
            <pc:sldMasterMk cId="105354034" sldId="2147483978"/>
            <pc:sldLayoutMk cId="1461149966" sldId="2147483979"/>
          </pc:sldLayoutMkLst>
        </pc:sldLayoutChg>
        <pc:sldLayoutChg chg="add del">
          <pc:chgData name="Yash Verma" userId="5a43bc40-4e82-4f16-9c9e-5af7a51ff8da" providerId="ADAL" clId="{EDF6EB4A-E413-4766-8B60-347D7C09026C}" dt="2023-05-24T21:44:57.259" v="151" actId="26606"/>
          <pc:sldLayoutMkLst>
            <pc:docMk/>
            <pc:sldMasterMk cId="105354034" sldId="2147483978"/>
            <pc:sldLayoutMk cId="1972431584" sldId="2147483980"/>
          </pc:sldLayoutMkLst>
        </pc:sldLayoutChg>
        <pc:sldLayoutChg chg="add del">
          <pc:chgData name="Yash Verma" userId="5a43bc40-4e82-4f16-9c9e-5af7a51ff8da" providerId="ADAL" clId="{EDF6EB4A-E413-4766-8B60-347D7C09026C}" dt="2023-05-24T21:44:57.259" v="151" actId="26606"/>
          <pc:sldLayoutMkLst>
            <pc:docMk/>
            <pc:sldMasterMk cId="105354034" sldId="2147483978"/>
            <pc:sldLayoutMk cId="2360320925" sldId="2147483981"/>
          </pc:sldLayoutMkLst>
        </pc:sldLayoutChg>
        <pc:sldLayoutChg chg="add del">
          <pc:chgData name="Yash Verma" userId="5a43bc40-4e82-4f16-9c9e-5af7a51ff8da" providerId="ADAL" clId="{EDF6EB4A-E413-4766-8B60-347D7C09026C}" dt="2023-05-24T21:44:57.259" v="151" actId="26606"/>
          <pc:sldLayoutMkLst>
            <pc:docMk/>
            <pc:sldMasterMk cId="105354034" sldId="2147483978"/>
            <pc:sldLayoutMk cId="1731026369" sldId="2147483982"/>
          </pc:sldLayoutMkLst>
        </pc:sldLayoutChg>
        <pc:sldLayoutChg chg="add del">
          <pc:chgData name="Yash Verma" userId="5a43bc40-4e82-4f16-9c9e-5af7a51ff8da" providerId="ADAL" clId="{EDF6EB4A-E413-4766-8B60-347D7C09026C}" dt="2023-05-24T21:44:57.259" v="151" actId="26606"/>
          <pc:sldLayoutMkLst>
            <pc:docMk/>
            <pc:sldMasterMk cId="105354034" sldId="2147483978"/>
            <pc:sldLayoutMk cId="997976059" sldId="2147483983"/>
          </pc:sldLayoutMkLst>
        </pc:sldLayoutChg>
        <pc:sldLayoutChg chg="add del">
          <pc:chgData name="Yash Verma" userId="5a43bc40-4e82-4f16-9c9e-5af7a51ff8da" providerId="ADAL" clId="{EDF6EB4A-E413-4766-8B60-347D7C09026C}" dt="2023-05-24T21:44:57.259" v="151" actId="26606"/>
          <pc:sldLayoutMkLst>
            <pc:docMk/>
            <pc:sldMasterMk cId="105354034" sldId="2147483978"/>
            <pc:sldLayoutMk cId="2199677469" sldId="2147483984"/>
          </pc:sldLayoutMkLst>
        </pc:sldLayoutChg>
        <pc:sldLayoutChg chg="add del">
          <pc:chgData name="Yash Verma" userId="5a43bc40-4e82-4f16-9c9e-5af7a51ff8da" providerId="ADAL" clId="{EDF6EB4A-E413-4766-8B60-347D7C09026C}" dt="2023-05-24T21:44:57.259" v="151" actId="26606"/>
          <pc:sldLayoutMkLst>
            <pc:docMk/>
            <pc:sldMasterMk cId="105354034" sldId="2147483978"/>
            <pc:sldLayoutMk cId="1014196764" sldId="2147483985"/>
          </pc:sldLayoutMkLst>
        </pc:sldLayoutChg>
        <pc:sldLayoutChg chg="add del">
          <pc:chgData name="Yash Verma" userId="5a43bc40-4e82-4f16-9c9e-5af7a51ff8da" providerId="ADAL" clId="{EDF6EB4A-E413-4766-8B60-347D7C09026C}" dt="2023-05-24T21:44:57.259" v="151" actId="26606"/>
          <pc:sldLayoutMkLst>
            <pc:docMk/>
            <pc:sldMasterMk cId="105354034" sldId="2147483978"/>
            <pc:sldLayoutMk cId="3748761598" sldId="2147483986"/>
          </pc:sldLayoutMkLst>
        </pc:sldLayoutChg>
        <pc:sldLayoutChg chg="add del">
          <pc:chgData name="Yash Verma" userId="5a43bc40-4e82-4f16-9c9e-5af7a51ff8da" providerId="ADAL" clId="{EDF6EB4A-E413-4766-8B60-347D7C09026C}" dt="2023-05-24T21:44:57.259" v="151" actId="26606"/>
          <pc:sldLayoutMkLst>
            <pc:docMk/>
            <pc:sldMasterMk cId="105354034" sldId="2147483978"/>
            <pc:sldLayoutMk cId="2364672167" sldId="2147483987"/>
          </pc:sldLayoutMkLst>
        </pc:sldLayoutChg>
        <pc:sldLayoutChg chg="add del">
          <pc:chgData name="Yash Verma" userId="5a43bc40-4e82-4f16-9c9e-5af7a51ff8da" providerId="ADAL" clId="{EDF6EB4A-E413-4766-8B60-347D7C09026C}" dt="2023-05-24T21:44:57.259" v="151" actId="26606"/>
          <pc:sldLayoutMkLst>
            <pc:docMk/>
            <pc:sldMasterMk cId="105354034" sldId="2147483978"/>
            <pc:sldLayoutMk cId="1215573288" sldId="2147483988"/>
          </pc:sldLayoutMkLst>
        </pc:sldLayoutChg>
        <pc:sldLayoutChg chg="add del">
          <pc:chgData name="Yash Verma" userId="5a43bc40-4e82-4f16-9c9e-5af7a51ff8da" providerId="ADAL" clId="{EDF6EB4A-E413-4766-8B60-347D7C09026C}" dt="2023-05-24T21:44:57.259" v="151" actId="26606"/>
          <pc:sldLayoutMkLst>
            <pc:docMk/>
            <pc:sldMasterMk cId="105354034" sldId="2147483978"/>
            <pc:sldLayoutMk cId="4123972885" sldId="2147483989"/>
          </pc:sldLayoutMkLst>
        </pc:sldLayoutChg>
      </pc:sldMasterChg>
      <pc:sldMasterChg chg="add del addSldLayout delSldLayout">
        <pc:chgData name="Yash Verma" userId="5a43bc40-4e82-4f16-9c9e-5af7a51ff8da" providerId="ADAL" clId="{EDF6EB4A-E413-4766-8B60-347D7C09026C}" dt="2023-05-24T21:45:01.202" v="153" actId="26606"/>
        <pc:sldMasterMkLst>
          <pc:docMk/>
          <pc:sldMasterMk cId="2506325469" sldId="2147484027"/>
        </pc:sldMasterMkLst>
        <pc:sldLayoutChg chg="add del">
          <pc:chgData name="Yash Verma" userId="5a43bc40-4e82-4f16-9c9e-5af7a51ff8da" providerId="ADAL" clId="{EDF6EB4A-E413-4766-8B60-347D7C09026C}" dt="2023-05-24T21:45:01.202" v="153" actId="26606"/>
          <pc:sldLayoutMkLst>
            <pc:docMk/>
            <pc:sldMasterMk cId="2506325469" sldId="2147484027"/>
            <pc:sldLayoutMk cId="3459388548" sldId="2147484016"/>
          </pc:sldLayoutMkLst>
        </pc:sldLayoutChg>
        <pc:sldLayoutChg chg="add del">
          <pc:chgData name="Yash Verma" userId="5a43bc40-4e82-4f16-9c9e-5af7a51ff8da" providerId="ADAL" clId="{EDF6EB4A-E413-4766-8B60-347D7C09026C}" dt="2023-05-24T21:45:01.202" v="153" actId="26606"/>
          <pc:sldLayoutMkLst>
            <pc:docMk/>
            <pc:sldMasterMk cId="2506325469" sldId="2147484027"/>
            <pc:sldLayoutMk cId="2823986317" sldId="2147484017"/>
          </pc:sldLayoutMkLst>
        </pc:sldLayoutChg>
        <pc:sldLayoutChg chg="add del">
          <pc:chgData name="Yash Verma" userId="5a43bc40-4e82-4f16-9c9e-5af7a51ff8da" providerId="ADAL" clId="{EDF6EB4A-E413-4766-8B60-347D7C09026C}" dt="2023-05-24T21:45:01.202" v="153" actId="26606"/>
          <pc:sldLayoutMkLst>
            <pc:docMk/>
            <pc:sldMasterMk cId="2506325469" sldId="2147484027"/>
            <pc:sldLayoutMk cId="3875970974" sldId="2147484018"/>
          </pc:sldLayoutMkLst>
        </pc:sldLayoutChg>
        <pc:sldLayoutChg chg="add del">
          <pc:chgData name="Yash Verma" userId="5a43bc40-4e82-4f16-9c9e-5af7a51ff8da" providerId="ADAL" clId="{EDF6EB4A-E413-4766-8B60-347D7C09026C}" dt="2023-05-24T21:45:01.202" v="153" actId="26606"/>
          <pc:sldLayoutMkLst>
            <pc:docMk/>
            <pc:sldMasterMk cId="2506325469" sldId="2147484027"/>
            <pc:sldLayoutMk cId="979732414" sldId="2147484019"/>
          </pc:sldLayoutMkLst>
        </pc:sldLayoutChg>
        <pc:sldLayoutChg chg="add del">
          <pc:chgData name="Yash Verma" userId="5a43bc40-4e82-4f16-9c9e-5af7a51ff8da" providerId="ADAL" clId="{EDF6EB4A-E413-4766-8B60-347D7C09026C}" dt="2023-05-24T21:45:01.202" v="153" actId="26606"/>
          <pc:sldLayoutMkLst>
            <pc:docMk/>
            <pc:sldMasterMk cId="2506325469" sldId="2147484027"/>
            <pc:sldLayoutMk cId="3317964141" sldId="2147484020"/>
          </pc:sldLayoutMkLst>
        </pc:sldLayoutChg>
        <pc:sldLayoutChg chg="add del">
          <pc:chgData name="Yash Verma" userId="5a43bc40-4e82-4f16-9c9e-5af7a51ff8da" providerId="ADAL" clId="{EDF6EB4A-E413-4766-8B60-347D7C09026C}" dt="2023-05-24T21:45:01.202" v="153" actId="26606"/>
          <pc:sldLayoutMkLst>
            <pc:docMk/>
            <pc:sldMasterMk cId="2506325469" sldId="2147484027"/>
            <pc:sldLayoutMk cId="3104237601" sldId="2147484021"/>
          </pc:sldLayoutMkLst>
        </pc:sldLayoutChg>
        <pc:sldLayoutChg chg="add del">
          <pc:chgData name="Yash Verma" userId="5a43bc40-4e82-4f16-9c9e-5af7a51ff8da" providerId="ADAL" clId="{EDF6EB4A-E413-4766-8B60-347D7C09026C}" dt="2023-05-24T21:45:01.202" v="153" actId="26606"/>
          <pc:sldLayoutMkLst>
            <pc:docMk/>
            <pc:sldMasterMk cId="2506325469" sldId="2147484027"/>
            <pc:sldLayoutMk cId="1509748331" sldId="2147484022"/>
          </pc:sldLayoutMkLst>
        </pc:sldLayoutChg>
        <pc:sldLayoutChg chg="add del">
          <pc:chgData name="Yash Verma" userId="5a43bc40-4e82-4f16-9c9e-5af7a51ff8da" providerId="ADAL" clId="{EDF6EB4A-E413-4766-8B60-347D7C09026C}" dt="2023-05-24T21:45:01.202" v="153" actId="26606"/>
          <pc:sldLayoutMkLst>
            <pc:docMk/>
            <pc:sldMasterMk cId="2506325469" sldId="2147484027"/>
            <pc:sldLayoutMk cId="419806391" sldId="2147484023"/>
          </pc:sldLayoutMkLst>
        </pc:sldLayoutChg>
        <pc:sldLayoutChg chg="add del">
          <pc:chgData name="Yash Verma" userId="5a43bc40-4e82-4f16-9c9e-5af7a51ff8da" providerId="ADAL" clId="{EDF6EB4A-E413-4766-8B60-347D7C09026C}" dt="2023-05-24T21:45:01.202" v="153" actId="26606"/>
          <pc:sldLayoutMkLst>
            <pc:docMk/>
            <pc:sldMasterMk cId="2506325469" sldId="2147484027"/>
            <pc:sldLayoutMk cId="4237565637" sldId="2147484024"/>
          </pc:sldLayoutMkLst>
        </pc:sldLayoutChg>
        <pc:sldLayoutChg chg="add del">
          <pc:chgData name="Yash Verma" userId="5a43bc40-4e82-4f16-9c9e-5af7a51ff8da" providerId="ADAL" clId="{EDF6EB4A-E413-4766-8B60-347D7C09026C}" dt="2023-05-24T21:45:01.202" v="153" actId="26606"/>
          <pc:sldLayoutMkLst>
            <pc:docMk/>
            <pc:sldMasterMk cId="2506325469" sldId="2147484027"/>
            <pc:sldLayoutMk cId="3893330196" sldId="2147484025"/>
          </pc:sldLayoutMkLst>
        </pc:sldLayoutChg>
        <pc:sldLayoutChg chg="add del">
          <pc:chgData name="Yash Verma" userId="5a43bc40-4e82-4f16-9c9e-5af7a51ff8da" providerId="ADAL" clId="{EDF6EB4A-E413-4766-8B60-347D7C09026C}" dt="2023-05-24T21:45:01.202" v="153" actId="26606"/>
          <pc:sldLayoutMkLst>
            <pc:docMk/>
            <pc:sldMasterMk cId="2506325469" sldId="2147484027"/>
            <pc:sldLayoutMk cId="3610294233" sldId="2147484026"/>
          </pc:sldLayoutMkLst>
        </pc:sldLayoutChg>
      </pc:sldMasterChg>
      <pc:sldMasterChg chg="add del addSldLayout delSldLayout">
        <pc:chgData name="Yash Verma" userId="5a43bc40-4e82-4f16-9c9e-5af7a51ff8da" providerId="ADAL" clId="{EDF6EB4A-E413-4766-8B60-347D7C09026C}" dt="2023-05-24T21:43:12.360" v="121" actId="26606"/>
        <pc:sldMasterMkLst>
          <pc:docMk/>
          <pc:sldMasterMk cId="3201810280" sldId="2147484029"/>
        </pc:sldMasterMkLst>
        <pc:sldLayoutChg chg="add del">
          <pc:chgData name="Yash Verma" userId="5a43bc40-4e82-4f16-9c9e-5af7a51ff8da" providerId="ADAL" clId="{EDF6EB4A-E413-4766-8B60-347D7C09026C}" dt="2023-05-24T21:43:12.360" v="121" actId="26606"/>
          <pc:sldLayoutMkLst>
            <pc:docMk/>
            <pc:sldMasterMk cId="3201810280" sldId="2147484029"/>
            <pc:sldLayoutMk cId="1479923376" sldId="2147484018"/>
          </pc:sldLayoutMkLst>
        </pc:sldLayoutChg>
        <pc:sldLayoutChg chg="add del">
          <pc:chgData name="Yash Verma" userId="5a43bc40-4e82-4f16-9c9e-5af7a51ff8da" providerId="ADAL" clId="{EDF6EB4A-E413-4766-8B60-347D7C09026C}" dt="2023-05-24T21:43:12.360" v="121" actId="26606"/>
          <pc:sldLayoutMkLst>
            <pc:docMk/>
            <pc:sldMasterMk cId="3201810280" sldId="2147484029"/>
            <pc:sldLayoutMk cId="49425315" sldId="2147484019"/>
          </pc:sldLayoutMkLst>
        </pc:sldLayoutChg>
        <pc:sldLayoutChg chg="add del">
          <pc:chgData name="Yash Verma" userId="5a43bc40-4e82-4f16-9c9e-5af7a51ff8da" providerId="ADAL" clId="{EDF6EB4A-E413-4766-8B60-347D7C09026C}" dt="2023-05-24T21:43:12.360" v="121" actId="26606"/>
          <pc:sldLayoutMkLst>
            <pc:docMk/>
            <pc:sldMasterMk cId="3201810280" sldId="2147484029"/>
            <pc:sldLayoutMk cId="978502874" sldId="2147484020"/>
          </pc:sldLayoutMkLst>
        </pc:sldLayoutChg>
        <pc:sldLayoutChg chg="add del">
          <pc:chgData name="Yash Verma" userId="5a43bc40-4e82-4f16-9c9e-5af7a51ff8da" providerId="ADAL" clId="{EDF6EB4A-E413-4766-8B60-347D7C09026C}" dt="2023-05-24T21:43:12.360" v="121" actId="26606"/>
          <pc:sldLayoutMkLst>
            <pc:docMk/>
            <pc:sldMasterMk cId="3201810280" sldId="2147484029"/>
            <pc:sldLayoutMk cId="2929160520" sldId="2147484021"/>
          </pc:sldLayoutMkLst>
        </pc:sldLayoutChg>
        <pc:sldLayoutChg chg="add del">
          <pc:chgData name="Yash Verma" userId="5a43bc40-4e82-4f16-9c9e-5af7a51ff8da" providerId="ADAL" clId="{EDF6EB4A-E413-4766-8B60-347D7C09026C}" dt="2023-05-24T21:43:12.360" v="121" actId="26606"/>
          <pc:sldLayoutMkLst>
            <pc:docMk/>
            <pc:sldMasterMk cId="3201810280" sldId="2147484029"/>
            <pc:sldLayoutMk cId="2961730531" sldId="2147484022"/>
          </pc:sldLayoutMkLst>
        </pc:sldLayoutChg>
        <pc:sldLayoutChg chg="add del">
          <pc:chgData name="Yash Verma" userId="5a43bc40-4e82-4f16-9c9e-5af7a51ff8da" providerId="ADAL" clId="{EDF6EB4A-E413-4766-8B60-347D7C09026C}" dt="2023-05-24T21:43:12.360" v="121" actId="26606"/>
          <pc:sldLayoutMkLst>
            <pc:docMk/>
            <pc:sldMasterMk cId="3201810280" sldId="2147484029"/>
            <pc:sldLayoutMk cId="4033911221" sldId="2147484023"/>
          </pc:sldLayoutMkLst>
        </pc:sldLayoutChg>
        <pc:sldLayoutChg chg="add del">
          <pc:chgData name="Yash Verma" userId="5a43bc40-4e82-4f16-9c9e-5af7a51ff8da" providerId="ADAL" clId="{EDF6EB4A-E413-4766-8B60-347D7C09026C}" dt="2023-05-24T21:43:12.360" v="121" actId="26606"/>
          <pc:sldLayoutMkLst>
            <pc:docMk/>
            <pc:sldMasterMk cId="3201810280" sldId="2147484029"/>
            <pc:sldLayoutMk cId="2029602249" sldId="2147484024"/>
          </pc:sldLayoutMkLst>
        </pc:sldLayoutChg>
        <pc:sldLayoutChg chg="add del">
          <pc:chgData name="Yash Verma" userId="5a43bc40-4e82-4f16-9c9e-5af7a51ff8da" providerId="ADAL" clId="{EDF6EB4A-E413-4766-8B60-347D7C09026C}" dt="2023-05-24T21:43:12.360" v="121" actId="26606"/>
          <pc:sldLayoutMkLst>
            <pc:docMk/>
            <pc:sldMasterMk cId="3201810280" sldId="2147484029"/>
            <pc:sldLayoutMk cId="3162926551" sldId="2147484025"/>
          </pc:sldLayoutMkLst>
        </pc:sldLayoutChg>
        <pc:sldLayoutChg chg="add del">
          <pc:chgData name="Yash Verma" userId="5a43bc40-4e82-4f16-9c9e-5af7a51ff8da" providerId="ADAL" clId="{EDF6EB4A-E413-4766-8B60-347D7C09026C}" dt="2023-05-24T21:43:12.360" v="121" actId="26606"/>
          <pc:sldLayoutMkLst>
            <pc:docMk/>
            <pc:sldMasterMk cId="3201810280" sldId="2147484029"/>
            <pc:sldLayoutMk cId="3057841584" sldId="2147484026"/>
          </pc:sldLayoutMkLst>
        </pc:sldLayoutChg>
        <pc:sldLayoutChg chg="add del">
          <pc:chgData name="Yash Verma" userId="5a43bc40-4e82-4f16-9c9e-5af7a51ff8da" providerId="ADAL" clId="{EDF6EB4A-E413-4766-8B60-347D7C09026C}" dt="2023-05-24T21:43:12.360" v="121" actId="26606"/>
          <pc:sldLayoutMkLst>
            <pc:docMk/>
            <pc:sldMasterMk cId="3201810280" sldId="2147484029"/>
            <pc:sldLayoutMk cId="1338520927" sldId="2147484027"/>
          </pc:sldLayoutMkLst>
        </pc:sldLayoutChg>
        <pc:sldLayoutChg chg="add del">
          <pc:chgData name="Yash Verma" userId="5a43bc40-4e82-4f16-9c9e-5af7a51ff8da" providerId="ADAL" clId="{EDF6EB4A-E413-4766-8B60-347D7C09026C}" dt="2023-05-24T21:43:12.360" v="121" actId="26606"/>
          <pc:sldLayoutMkLst>
            <pc:docMk/>
            <pc:sldMasterMk cId="3201810280" sldId="2147484029"/>
            <pc:sldLayoutMk cId="34477858" sldId="2147484028"/>
          </pc:sldLayoutMkLst>
        </pc:sldLayoutChg>
      </pc:sldMasterChg>
      <pc:sldMasterChg chg="add del addSldLayout delSldLayout">
        <pc:chgData name="Yash Verma" userId="5a43bc40-4e82-4f16-9c9e-5af7a51ff8da" providerId="ADAL" clId="{EDF6EB4A-E413-4766-8B60-347D7C09026C}" dt="2023-05-24T21:45:31.105" v="157" actId="26606"/>
        <pc:sldMasterMkLst>
          <pc:docMk/>
          <pc:sldMasterMk cId="2772562398" sldId="2147484040"/>
        </pc:sldMasterMkLst>
        <pc:sldLayoutChg chg="add del">
          <pc:chgData name="Yash Verma" userId="5a43bc40-4e82-4f16-9c9e-5af7a51ff8da" providerId="ADAL" clId="{EDF6EB4A-E413-4766-8B60-347D7C09026C}" dt="2023-05-24T21:45:31.105" v="157" actId="26606"/>
          <pc:sldLayoutMkLst>
            <pc:docMk/>
            <pc:sldMasterMk cId="2772562398" sldId="2147484040"/>
            <pc:sldLayoutMk cId="1171915453" sldId="2147484029"/>
          </pc:sldLayoutMkLst>
        </pc:sldLayoutChg>
        <pc:sldLayoutChg chg="add del">
          <pc:chgData name="Yash Verma" userId="5a43bc40-4e82-4f16-9c9e-5af7a51ff8da" providerId="ADAL" clId="{EDF6EB4A-E413-4766-8B60-347D7C09026C}" dt="2023-05-24T21:45:31.105" v="157" actId="26606"/>
          <pc:sldLayoutMkLst>
            <pc:docMk/>
            <pc:sldMasterMk cId="2772562398" sldId="2147484040"/>
            <pc:sldLayoutMk cId="1653325716" sldId="2147484030"/>
          </pc:sldLayoutMkLst>
        </pc:sldLayoutChg>
        <pc:sldLayoutChg chg="add del">
          <pc:chgData name="Yash Verma" userId="5a43bc40-4e82-4f16-9c9e-5af7a51ff8da" providerId="ADAL" clId="{EDF6EB4A-E413-4766-8B60-347D7C09026C}" dt="2023-05-24T21:45:31.105" v="157" actId="26606"/>
          <pc:sldLayoutMkLst>
            <pc:docMk/>
            <pc:sldMasterMk cId="2772562398" sldId="2147484040"/>
            <pc:sldLayoutMk cId="3017518710" sldId="2147484031"/>
          </pc:sldLayoutMkLst>
        </pc:sldLayoutChg>
        <pc:sldLayoutChg chg="add del">
          <pc:chgData name="Yash Verma" userId="5a43bc40-4e82-4f16-9c9e-5af7a51ff8da" providerId="ADAL" clId="{EDF6EB4A-E413-4766-8B60-347D7C09026C}" dt="2023-05-24T21:45:31.105" v="157" actId="26606"/>
          <pc:sldLayoutMkLst>
            <pc:docMk/>
            <pc:sldMasterMk cId="2772562398" sldId="2147484040"/>
            <pc:sldLayoutMk cId="3771896207" sldId="2147484032"/>
          </pc:sldLayoutMkLst>
        </pc:sldLayoutChg>
        <pc:sldLayoutChg chg="add del">
          <pc:chgData name="Yash Verma" userId="5a43bc40-4e82-4f16-9c9e-5af7a51ff8da" providerId="ADAL" clId="{EDF6EB4A-E413-4766-8B60-347D7C09026C}" dt="2023-05-24T21:45:31.105" v="157" actId="26606"/>
          <pc:sldLayoutMkLst>
            <pc:docMk/>
            <pc:sldMasterMk cId="2772562398" sldId="2147484040"/>
            <pc:sldLayoutMk cId="814603077" sldId="2147484033"/>
          </pc:sldLayoutMkLst>
        </pc:sldLayoutChg>
        <pc:sldLayoutChg chg="add del">
          <pc:chgData name="Yash Verma" userId="5a43bc40-4e82-4f16-9c9e-5af7a51ff8da" providerId="ADAL" clId="{EDF6EB4A-E413-4766-8B60-347D7C09026C}" dt="2023-05-24T21:45:31.105" v="157" actId="26606"/>
          <pc:sldLayoutMkLst>
            <pc:docMk/>
            <pc:sldMasterMk cId="2772562398" sldId="2147484040"/>
            <pc:sldLayoutMk cId="3534062950" sldId="2147484034"/>
          </pc:sldLayoutMkLst>
        </pc:sldLayoutChg>
        <pc:sldLayoutChg chg="add del">
          <pc:chgData name="Yash Verma" userId="5a43bc40-4e82-4f16-9c9e-5af7a51ff8da" providerId="ADAL" clId="{EDF6EB4A-E413-4766-8B60-347D7C09026C}" dt="2023-05-24T21:45:31.105" v="157" actId="26606"/>
          <pc:sldLayoutMkLst>
            <pc:docMk/>
            <pc:sldMasterMk cId="2772562398" sldId="2147484040"/>
            <pc:sldLayoutMk cId="2322004994" sldId="2147484035"/>
          </pc:sldLayoutMkLst>
        </pc:sldLayoutChg>
        <pc:sldLayoutChg chg="add del">
          <pc:chgData name="Yash Verma" userId="5a43bc40-4e82-4f16-9c9e-5af7a51ff8da" providerId="ADAL" clId="{EDF6EB4A-E413-4766-8B60-347D7C09026C}" dt="2023-05-24T21:45:31.105" v="157" actId="26606"/>
          <pc:sldLayoutMkLst>
            <pc:docMk/>
            <pc:sldMasterMk cId="2772562398" sldId="2147484040"/>
            <pc:sldLayoutMk cId="2731360137" sldId="2147484036"/>
          </pc:sldLayoutMkLst>
        </pc:sldLayoutChg>
        <pc:sldLayoutChg chg="add del">
          <pc:chgData name="Yash Verma" userId="5a43bc40-4e82-4f16-9c9e-5af7a51ff8da" providerId="ADAL" clId="{EDF6EB4A-E413-4766-8B60-347D7C09026C}" dt="2023-05-24T21:45:31.105" v="157" actId="26606"/>
          <pc:sldLayoutMkLst>
            <pc:docMk/>
            <pc:sldMasterMk cId="2772562398" sldId="2147484040"/>
            <pc:sldLayoutMk cId="1252311989" sldId="2147484037"/>
          </pc:sldLayoutMkLst>
        </pc:sldLayoutChg>
        <pc:sldLayoutChg chg="add del">
          <pc:chgData name="Yash Verma" userId="5a43bc40-4e82-4f16-9c9e-5af7a51ff8da" providerId="ADAL" clId="{EDF6EB4A-E413-4766-8B60-347D7C09026C}" dt="2023-05-24T21:45:31.105" v="157" actId="26606"/>
          <pc:sldLayoutMkLst>
            <pc:docMk/>
            <pc:sldMasterMk cId="2772562398" sldId="2147484040"/>
            <pc:sldLayoutMk cId="824647751" sldId="2147484038"/>
          </pc:sldLayoutMkLst>
        </pc:sldLayoutChg>
        <pc:sldLayoutChg chg="add del">
          <pc:chgData name="Yash Verma" userId="5a43bc40-4e82-4f16-9c9e-5af7a51ff8da" providerId="ADAL" clId="{EDF6EB4A-E413-4766-8B60-347D7C09026C}" dt="2023-05-24T21:45:31.105" v="157" actId="26606"/>
          <pc:sldLayoutMkLst>
            <pc:docMk/>
            <pc:sldMasterMk cId="2772562398" sldId="2147484040"/>
            <pc:sldLayoutMk cId="481386651" sldId="2147484039"/>
          </pc:sldLayoutMkLst>
        </pc:sldLayoutChg>
      </pc:sldMasterChg>
      <pc:sldMasterChg chg="add del addSldLayout delSldLayout">
        <pc:chgData name="Yash Verma" userId="5a43bc40-4e82-4f16-9c9e-5af7a51ff8da" providerId="ADAL" clId="{EDF6EB4A-E413-4766-8B60-347D7C09026C}" dt="2023-05-24T21:46:16.154" v="164" actId="26606"/>
        <pc:sldMasterMkLst>
          <pc:docMk/>
          <pc:sldMasterMk cId="2861468227" sldId="2147484090"/>
        </pc:sldMasterMkLst>
        <pc:sldLayoutChg chg="add del">
          <pc:chgData name="Yash Verma" userId="5a43bc40-4e82-4f16-9c9e-5af7a51ff8da" providerId="ADAL" clId="{EDF6EB4A-E413-4766-8B60-347D7C09026C}" dt="2023-05-24T21:46:16.154" v="164" actId="26606"/>
          <pc:sldLayoutMkLst>
            <pc:docMk/>
            <pc:sldMasterMk cId="2861468227" sldId="2147484090"/>
            <pc:sldLayoutMk cId="4231060291" sldId="2147484079"/>
          </pc:sldLayoutMkLst>
        </pc:sldLayoutChg>
        <pc:sldLayoutChg chg="add del">
          <pc:chgData name="Yash Verma" userId="5a43bc40-4e82-4f16-9c9e-5af7a51ff8da" providerId="ADAL" clId="{EDF6EB4A-E413-4766-8B60-347D7C09026C}" dt="2023-05-24T21:46:16.154" v="164" actId="26606"/>
          <pc:sldLayoutMkLst>
            <pc:docMk/>
            <pc:sldMasterMk cId="2861468227" sldId="2147484090"/>
            <pc:sldLayoutMk cId="3748362707" sldId="2147484080"/>
          </pc:sldLayoutMkLst>
        </pc:sldLayoutChg>
        <pc:sldLayoutChg chg="add del">
          <pc:chgData name="Yash Verma" userId="5a43bc40-4e82-4f16-9c9e-5af7a51ff8da" providerId="ADAL" clId="{EDF6EB4A-E413-4766-8B60-347D7C09026C}" dt="2023-05-24T21:46:16.154" v="164" actId="26606"/>
          <pc:sldLayoutMkLst>
            <pc:docMk/>
            <pc:sldMasterMk cId="2861468227" sldId="2147484090"/>
            <pc:sldLayoutMk cId="3838048194" sldId="2147484081"/>
          </pc:sldLayoutMkLst>
        </pc:sldLayoutChg>
        <pc:sldLayoutChg chg="add del">
          <pc:chgData name="Yash Verma" userId="5a43bc40-4e82-4f16-9c9e-5af7a51ff8da" providerId="ADAL" clId="{EDF6EB4A-E413-4766-8B60-347D7C09026C}" dt="2023-05-24T21:46:16.154" v="164" actId="26606"/>
          <pc:sldLayoutMkLst>
            <pc:docMk/>
            <pc:sldMasterMk cId="2861468227" sldId="2147484090"/>
            <pc:sldLayoutMk cId="3393268661" sldId="2147484082"/>
          </pc:sldLayoutMkLst>
        </pc:sldLayoutChg>
        <pc:sldLayoutChg chg="add del">
          <pc:chgData name="Yash Verma" userId="5a43bc40-4e82-4f16-9c9e-5af7a51ff8da" providerId="ADAL" clId="{EDF6EB4A-E413-4766-8B60-347D7C09026C}" dt="2023-05-24T21:46:16.154" v="164" actId="26606"/>
          <pc:sldLayoutMkLst>
            <pc:docMk/>
            <pc:sldMasterMk cId="2861468227" sldId="2147484090"/>
            <pc:sldLayoutMk cId="1439419679" sldId="2147484083"/>
          </pc:sldLayoutMkLst>
        </pc:sldLayoutChg>
        <pc:sldLayoutChg chg="add del">
          <pc:chgData name="Yash Verma" userId="5a43bc40-4e82-4f16-9c9e-5af7a51ff8da" providerId="ADAL" clId="{EDF6EB4A-E413-4766-8B60-347D7C09026C}" dt="2023-05-24T21:46:16.154" v="164" actId="26606"/>
          <pc:sldLayoutMkLst>
            <pc:docMk/>
            <pc:sldMasterMk cId="2861468227" sldId="2147484090"/>
            <pc:sldLayoutMk cId="1985679962" sldId="2147484084"/>
          </pc:sldLayoutMkLst>
        </pc:sldLayoutChg>
        <pc:sldLayoutChg chg="add del">
          <pc:chgData name="Yash Verma" userId="5a43bc40-4e82-4f16-9c9e-5af7a51ff8da" providerId="ADAL" clId="{EDF6EB4A-E413-4766-8B60-347D7C09026C}" dt="2023-05-24T21:46:16.154" v="164" actId="26606"/>
          <pc:sldLayoutMkLst>
            <pc:docMk/>
            <pc:sldMasterMk cId="2861468227" sldId="2147484090"/>
            <pc:sldLayoutMk cId="1274867042" sldId="2147484085"/>
          </pc:sldLayoutMkLst>
        </pc:sldLayoutChg>
        <pc:sldLayoutChg chg="add del">
          <pc:chgData name="Yash Verma" userId="5a43bc40-4e82-4f16-9c9e-5af7a51ff8da" providerId="ADAL" clId="{EDF6EB4A-E413-4766-8B60-347D7C09026C}" dt="2023-05-24T21:46:16.154" v="164" actId="26606"/>
          <pc:sldLayoutMkLst>
            <pc:docMk/>
            <pc:sldMasterMk cId="2861468227" sldId="2147484090"/>
            <pc:sldLayoutMk cId="4161976178" sldId="2147484086"/>
          </pc:sldLayoutMkLst>
        </pc:sldLayoutChg>
        <pc:sldLayoutChg chg="add del">
          <pc:chgData name="Yash Verma" userId="5a43bc40-4e82-4f16-9c9e-5af7a51ff8da" providerId="ADAL" clId="{EDF6EB4A-E413-4766-8B60-347D7C09026C}" dt="2023-05-24T21:46:16.154" v="164" actId="26606"/>
          <pc:sldLayoutMkLst>
            <pc:docMk/>
            <pc:sldMasterMk cId="2861468227" sldId="2147484090"/>
            <pc:sldLayoutMk cId="1010228259" sldId="2147484087"/>
          </pc:sldLayoutMkLst>
        </pc:sldLayoutChg>
        <pc:sldLayoutChg chg="add del">
          <pc:chgData name="Yash Verma" userId="5a43bc40-4e82-4f16-9c9e-5af7a51ff8da" providerId="ADAL" clId="{EDF6EB4A-E413-4766-8B60-347D7C09026C}" dt="2023-05-24T21:46:16.154" v="164" actId="26606"/>
          <pc:sldLayoutMkLst>
            <pc:docMk/>
            <pc:sldMasterMk cId="2861468227" sldId="2147484090"/>
            <pc:sldLayoutMk cId="2905298609" sldId="2147484088"/>
          </pc:sldLayoutMkLst>
        </pc:sldLayoutChg>
        <pc:sldLayoutChg chg="add del">
          <pc:chgData name="Yash Verma" userId="5a43bc40-4e82-4f16-9c9e-5af7a51ff8da" providerId="ADAL" clId="{EDF6EB4A-E413-4766-8B60-347D7C09026C}" dt="2023-05-24T21:46:16.154" v="164" actId="26606"/>
          <pc:sldLayoutMkLst>
            <pc:docMk/>
            <pc:sldMasterMk cId="2861468227" sldId="2147484090"/>
            <pc:sldLayoutMk cId="481443265" sldId="2147484089"/>
          </pc:sldLayoutMkLst>
        </pc:sldLayoutChg>
      </pc:sldMasterChg>
      <pc:sldMasterChg chg="add del addSldLayout delSldLayout">
        <pc:chgData name="Yash Verma" userId="5a43bc40-4e82-4f16-9c9e-5af7a51ff8da" providerId="ADAL" clId="{EDF6EB4A-E413-4766-8B60-347D7C09026C}" dt="2023-05-24T21:46:16.086" v="163" actId="26606"/>
        <pc:sldMasterMkLst>
          <pc:docMk/>
          <pc:sldMasterMk cId="1577186125" sldId="2147484091"/>
        </pc:sldMasterMkLst>
        <pc:sldLayoutChg chg="add del">
          <pc:chgData name="Yash Verma" userId="5a43bc40-4e82-4f16-9c9e-5af7a51ff8da" providerId="ADAL" clId="{EDF6EB4A-E413-4766-8B60-347D7C09026C}" dt="2023-05-24T21:46:16.086" v="163" actId="26606"/>
          <pc:sldLayoutMkLst>
            <pc:docMk/>
            <pc:sldMasterMk cId="1577186125" sldId="2147484091"/>
            <pc:sldLayoutMk cId="677292315" sldId="2147484092"/>
          </pc:sldLayoutMkLst>
        </pc:sldLayoutChg>
        <pc:sldLayoutChg chg="add del">
          <pc:chgData name="Yash Verma" userId="5a43bc40-4e82-4f16-9c9e-5af7a51ff8da" providerId="ADAL" clId="{EDF6EB4A-E413-4766-8B60-347D7C09026C}" dt="2023-05-24T21:46:16.086" v="163" actId="26606"/>
          <pc:sldLayoutMkLst>
            <pc:docMk/>
            <pc:sldMasterMk cId="1577186125" sldId="2147484091"/>
            <pc:sldLayoutMk cId="2937229786" sldId="2147484093"/>
          </pc:sldLayoutMkLst>
        </pc:sldLayoutChg>
        <pc:sldLayoutChg chg="add del">
          <pc:chgData name="Yash Verma" userId="5a43bc40-4e82-4f16-9c9e-5af7a51ff8da" providerId="ADAL" clId="{EDF6EB4A-E413-4766-8B60-347D7C09026C}" dt="2023-05-24T21:46:16.086" v="163" actId="26606"/>
          <pc:sldLayoutMkLst>
            <pc:docMk/>
            <pc:sldMasterMk cId="1577186125" sldId="2147484091"/>
            <pc:sldLayoutMk cId="967930382" sldId="2147484094"/>
          </pc:sldLayoutMkLst>
        </pc:sldLayoutChg>
        <pc:sldLayoutChg chg="add del">
          <pc:chgData name="Yash Verma" userId="5a43bc40-4e82-4f16-9c9e-5af7a51ff8da" providerId="ADAL" clId="{EDF6EB4A-E413-4766-8B60-347D7C09026C}" dt="2023-05-24T21:46:16.086" v="163" actId="26606"/>
          <pc:sldLayoutMkLst>
            <pc:docMk/>
            <pc:sldMasterMk cId="1577186125" sldId="2147484091"/>
            <pc:sldLayoutMk cId="3303650499" sldId="2147484095"/>
          </pc:sldLayoutMkLst>
        </pc:sldLayoutChg>
        <pc:sldLayoutChg chg="add del">
          <pc:chgData name="Yash Verma" userId="5a43bc40-4e82-4f16-9c9e-5af7a51ff8da" providerId="ADAL" clId="{EDF6EB4A-E413-4766-8B60-347D7C09026C}" dt="2023-05-24T21:46:16.086" v="163" actId="26606"/>
          <pc:sldLayoutMkLst>
            <pc:docMk/>
            <pc:sldMasterMk cId="1577186125" sldId="2147484091"/>
            <pc:sldLayoutMk cId="2463646544" sldId="2147484096"/>
          </pc:sldLayoutMkLst>
        </pc:sldLayoutChg>
        <pc:sldLayoutChg chg="add del">
          <pc:chgData name="Yash Verma" userId="5a43bc40-4e82-4f16-9c9e-5af7a51ff8da" providerId="ADAL" clId="{EDF6EB4A-E413-4766-8B60-347D7C09026C}" dt="2023-05-24T21:46:16.086" v="163" actId="26606"/>
          <pc:sldLayoutMkLst>
            <pc:docMk/>
            <pc:sldMasterMk cId="1577186125" sldId="2147484091"/>
            <pc:sldLayoutMk cId="1422501485" sldId="2147484097"/>
          </pc:sldLayoutMkLst>
        </pc:sldLayoutChg>
        <pc:sldLayoutChg chg="add del">
          <pc:chgData name="Yash Verma" userId="5a43bc40-4e82-4f16-9c9e-5af7a51ff8da" providerId="ADAL" clId="{EDF6EB4A-E413-4766-8B60-347D7C09026C}" dt="2023-05-24T21:46:16.086" v="163" actId="26606"/>
          <pc:sldLayoutMkLst>
            <pc:docMk/>
            <pc:sldMasterMk cId="1577186125" sldId="2147484091"/>
            <pc:sldLayoutMk cId="1663907104" sldId="2147484098"/>
          </pc:sldLayoutMkLst>
        </pc:sldLayoutChg>
        <pc:sldLayoutChg chg="add del">
          <pc:chgData name="Yash Verma" userId="5a43bc40-4e82-4f16-9c9e-5af7a51ff8da" providerId="ADAL" clId="{EDF6EB4A-E413-4766-8B60-347D7C09026C}" dt="2023-05-24T21:46:16.086" v="163" actId="26606"/>
          <pc:sldLayoutMkLst>
            <pc:docMk/>
            <pc:sldMasterMk cId="1577186125" sldId="2147484091"/>
            <pc:sldLayoutMk cId="382226743" sldId="2147484099"/>
          </pc:sldLayoutMkLst>
        </pc:sldLayoutChg>
        <pc:sldLayoutChg chg="add del">
          <pc:chgData name="Yash Verma" userId="5a43bc40-4e82-4f16-9c9e-5af7a51ff8da" providerId="ADAL" clId="{EDF6EB4A-E413-4766-8B60-347D7C09026C}" dt="2023-05-24T21:46:16.086" v="163" actId="26606"/>
          <pc:sldLayoutMkLst>
            <pc:docMk/>
            <pc:sldMasterMk cId="1577186125" sldId="2147484091"/>
            <pc:sldLayoutMk cId="3429035239" sldId="2147484100"/>
          </pc:sldLayoutMkLst>
        </pc:sldLayoutChg>
        <pc:sldLayoutChg chg="add del">
          <pc:chgData name="Yash Verma" userId="5a43bc40-4e82-4f16-9c9e-5af7a51ff8da" providerId="ADAL" clId="{EDF6EB4A-E413-4766-8B60-347D7C09026C}" dt="2023-05-24T21:46:16.086" v="163" actId="26606"/>
          <pc:sldLayoutMkLst>
            <pc:docMk/>
            <pc:sldMasterMk cId="1577186125" sldId="2147484091"/>
            <pc:sldLayoutMk cId="1620943684" sldId="2147484101"/>
          </pc:sldLayoutMkLst>
        </pc:sldLayoutChg>
        <pc:sldLayoutChg chg="add del">
          <pc:chgData name="Yash Verma" userId="5a43bc40-4e82-4f16-9c9e-5af7a51ff8da" providerId="ADAL" clId="{EDF6EB4A-E413-4766-8B60-347D7C09026C}" dt="2023-05-24T21:46:16.086" v="163" actId="26606"/>
          <pc:sldLayoutMkLst>
            <pc:docMk/>
            <pc:sldMasterMk cId="1577186125" sldId="2147484091"/>
            <pc:sldLayoutMk cId="3896265285" sldId="2147484102"/>
          </pc:sldLayoutMkLst>
        </pc:sldLayoutChg>
      </pc:sldMasterChg>
      <pc:sldMasterChg chg="add del addSldLayout delSldLayout">
        <pc:chgData name="Yash Verma" userId="5a43bc40-4e82-4f16-9c9e-5af7a51ff8da" providerId="ADAL" clId="{EDF6EB4A-E413-4766-8B60-347D7C09026C}" dt="2023-05-24T21:47:34.082" v="172" actId="26606"/>
        <pc:sldMasterMkLst>
          <pc:docMk/>
          <pc:sldMasterMk cId="2308572595" sldId="2147484192"/>
        </pc:sldMasterMkLst>
        <pc:sldLayoutChg chg="add del">
          <pc:chgData name="Yash Verma" userId="5a43bc40-4e82-4f16-9c9e-5af7a51ff8da" providerId="ADAL" clId="{EDF6EB4A-E413-4766-8B60-347D7C09026C}" dt="2023-05-24T21:47:34.082" v="172" actId="26606"/>
          <pc:sldLayoutMkLst>
            <pc:docMk/>
            <pc:sldMasterMk cId="2308572595" sldId="2147484192"/>
            <pc:sldLayoutMk cId="3512685854" sldId="2147484181"/>
          </pc:sldLayoutMkLst>
        </pc:sldLayoutChg>
        <pc:sldLayoutChg chg="add del">
          <pc:chgData name="Yash Verma" userId="5a43bc40-4e82-4f16-9c9e-5af7a51ff8da" providerId="ADAL" clId="{EDF6EB4A-E413-4766-8B60-347D7C09026C}" dt="2023-05-24T21:47:34.082" v="172" actId="26606"/>
          <pc:sldLayoutMkLst>
            <pc:docMk/>
            <pc:sldMasterMk cId="2308572595" sldId="2147484192"/>
            <pc:sldLayoutMk cId="1889793834" sldId="2147484182"/>
          </pc:sldLayoutMkLst>
        </pc:sldLayoutChg>
        <pc:sldLayoutChg chg="add del">
          <pc:chgData name="Yash Verma" userId="5a43bc40-4e82-4f16-9c9e-5af7a51ff8da" providerId="ADAL" clId="{EDF6EB4A-E413-4766-8B60-347D7C09026C}" dt="2023-05-24T21:47:34.082" v="172" actId="26606"/>
          <pc:sldLayoutMkLst>
            <pc:docMk/>
            <pc:sldMasterMk cId="2308572595" sldId="2147484192"/>
            <pc:sldLayoutMk cId="3049220242" sldId="2147484183"/>
          </pc:sldLayoutMkLst>
        </pc:sldLayoutChg>
        <pc:sldLayoutChg chg="add del">
          <pc:chgData name="Yash Verma" userId="5a43bc40-4e82-4f16-9c9e-5af7a51ff8da" providerId="ADAL" clId="{EDF6EB4A-E413-4766-8B60-347D7C09026C}" dt="2023-05-24T21:47:34.082" v="172" actId="26606"/>
          <pc:sldLayoutMkLst>
            <pc:docMk/>
            <pc:sldMasterMk cId="2308572595" sldId="2147484192"/>
            <pc:sldLayoutMk cId="583557497" sldId="2147484184"/>
          </pc:sldLayoutMkLst>
        </pc:sldLayoutChg>
        <pc:sldLayoutChg chg="add del">
          <pc:chgData name="Yash Verma" userId="5a43bc40-4e82-4f16-9c9e-5af7a51ff8da" providerId="ADAL" clId="{EDF6EB4A-E413-4766-8B60-347D7C09026C}" dt="2023-05-24T21:47:34.082" v="172" actId="26606"/>
          <pc:sldLayoutMkLst>
            <pc:docMk/>
            <pc:sldMasterMk cId="2308572595" sldId="2147484192"/>
            <pc:sldLayoutMk cId="1693623350" sldId="2147484185"/>
          </pc:sldLayoutMkLst>
        </pc:sldLayoutChg>
        <pc:sldLayoutChg chg="add del">
          <pc:chgData name="Yash Verma" userId="5a43bc40-4e82-4f16-9c9e-5af7a51ff8da" providerId="ADAL" clId="{EDF6EB4A-E413-4766-8B60-347D7C09026C}" dt="2023-05-24T21:47:34.082" v="172" actId="26606"/>
          <pc:sldLayoutMkLst>
            <pc:docMk/>
            <pc:sldMasterMk cId="2308572595" sldId="2147484192"/>
            <pc:sldLayoutMk cId="1507515643" sldId="2147484186"/>
          </pc:sldLayoutMkLst>
        </pc:sldLayoutChg>
        <pc:sldLayoutChg chg="add del">
          <pc:chgData name="Yash Verma" userId="5a43bc40-4e82-4f16-9c9e-5af7a51ff8da" providerId="ADAL" clId="{EDF6EB4A-E413-4766-8B60-347D7C09026C}" dt="2023-05-24T21:47:34.082" v="172" actId="26606"/>
          <pc:sldLayoutMkLst>
            <pc:docMk/>
            <pc:sldMasterMk cId="2308572595" sldId="2147484192"/>
            <pc:sldLayoutMk cId="2080422434" sldId="2147484187"/>
          </pc:sldLayoutMkLst>
        </pc:sldLayoutChg>
        <pc:sldLayoutChg chg="add del">
          <pc:chgData name="Yash Verma" userId="5a43bc40-4e82-4f16-9c9e-5af7a51ff8da" providerId="ADAL" clId="{EDF6EB4A-E413-4766-8B60-347D7C09026C}" dt="2023-05-24T21:47:34.082" v="172" actId="26606"/>
          <pc:sldLayoutMkLst>
            <pc:docMk/>
            <pc:sldMasterMk cId="2308572595" sldId="2147484192"/>
            <pc:sldLayoutMk cId="76797015" sldId="2147484188"/>
          </pc:sldLayoutMkLst>
        </pc:sldLayoutChg>
        <pc:sldLayoutChg chg="add del">
          <pc:chgData name="Yash Verma" userId="5a43bc40-4e82-4f16-9c9e-5af7a51ff8da" providerId="ADAL" clId="{EDF6EB4A-E413-4766-8B60-347D7C09026C}" dt="2023-05-24T21:47:34.082" v="172" actId="26606"/>
          <pc:sldLayoutMkLst>
            <pc:docMk/>
            <pc:sldMasterMk cId="2308572595" sldId="2147484192"/>
            <pc:sldLayoutMk cId="1049872552" sldId="2147484189"/>
          </pc:sldLayoutMkLst>
        </pc:sldLayoutChg>
        <pc:sldLayoutChg chg="add del">
          <pc:chgData name="Yash Verma" userId="5a43bc40-4e82-4f16-9c9e-5af7a51ff8da" providerId="ADAL" clId="{EDF6EB4A-E413-4766-8B60-347D7C09026C}" dt="2023-05-24T21:47:34.082" v="172" actId="26606"/>
          <pc:sldLayoutMkLst>
            <pc:docMk/>
            <pc:sldMasterMk cId="2308572595" sldId="2147484192"/>
            <pc:sldLayoutMk cId="3965019271" sldId="2147484190"/>
          </pc:sldLayoutMkLst>
        </pc:sldLayoutChg>
        <pc:sldLayoutChg chg="add del">
          <pc:chgData name="Yash Verma" userId="5a43bc40-4e82-4f16-9c9e-5af7a51ff8da" providerId="ADAL" clId="{EDF6EB4A-E413-4766-8B60-347D7C09026C}" dt="2023-05-24T21:47:34.082" v="172" actId="26606"/>
          <pc:sldLayoutMkLst>
            <pc:docMk/>
            <pc:sldMasterMk cId="2308572595" sldId="2147484192"/>
            <pc:sldLayoutMk cId="1502638843" sldId="2147484191"/>
          </pc:sldLayoutMkLst>
        </pc:sldLayoutChg>
      </pc:sldMasterChg>
      <pc:sldMasterChg chg="add del addSldLayout delSldLayout">
        <pc:chgData name="Yash Verma" userId="5a43bc40-4e82-4f16-9c9e-5af7a51ff8da" providerId="ADAL" clId="{EDF6EB4A-E413-4766-8B60-347D7C09026C}" dt="2023-05-24T21:47:34.013" v="171" actId="26606"/>
        <pc:sldMasterMkLst>
          <pc:docMk/>
          <pc:sldMasterMk cId="1667469329" sldId="2147484193"/>
        </pc:sldMasterMkLst>
        <pc:sldLayoutChg chg="add del">
          <pc:chgData name="Yash Verma" userId="5a43bc40-4e82-4f16-9c9e-5af7a51ff8da" providerId="ADAL" clId="{EDF6EB4A-E413-4766-8B60-347D7C09026C}" dt="2023-05-24T21:47:34.013" v="171" actId="26606"/>
          <pc:sldLayoutMkLst>
            <pc:docMk/>
            <pc:sldMasterMk cId="1667469329" sldId="2147484193"/>
            <pc:sldLayoutMk cId="1946365128" sldId="2147484194"/>
          </pc:sldLayoutMkLst>
        </pc:sldLayoutChg>
        <pc:sldLayoutChg chg="add del">
          <pc:chgData name="Yash Verma" userId="5a43bc40-4e82-4f16-9c9e-5af7a51ff8da" providerId="ADAL" clId="{EDF6EB4A-E413-4766-8B60-347D7C09026C}" dt="2023-05-24T21:47:34.013" v="171" actId="26606"/>
          <pc:sldLayoutMkLst>
            <pc:docMk/>
            <pc:sldMasterMk cId="1667469329" sldId="2147484193"/>
            <pc:sldLayoutMk cId="156532986" sldId="2147484195"/>
          </pc:sldLayoutMkLst>
        </pc:sldLayoutChg>
        <pc:sldLayoutChg chg="add del">
          <pc:chgData name="Yash Verma" userId="5a43bc40-4e82-4f16-9c9e-5af7a51ff8da" providerId="ADAL" clId="{EDF6EB4A-E413-4766-8B60-347D7C09026C}" dt="2023-05-24T21:47:34.013" v="171" actId="26606"/>
          <pc:sldLayoutMkLst>
            <pc:docMk/>
            <pc:sldMasterMk cId="1667469329" sldId="2147484193"/>
            <pc:sldLayoutMk cId="3091436550" sldId="2147484196"/>
          </pc:sldLayoutMkLst>
        </pc:sldLayoutChg>
        <pc:sldLayoutChg chg="add del">
          <pc:chgData name="Yash Verma" userId="5a43bc40-4e82-4f16-9c9e-5af7a51ff8da" providerId="ADAL" clId="{EDF6EB4A-E413-4766-8B60-347D7C09026C}" dt="2023-05-24T21:47:34.013" v="171" actId="26606"/>
          <pc:sldLayoutMkLst>
            <pc:docMk/>
            <pc:sldMasterMk cId="1667469329" sldId="2147484193"/>
            <pc:sldLayoutMk cId="3448043851" sldId="2147484197"/>
          </pc:sldLayoutMkLst>
        </pc:sldLayoutChg>
        <pc:sldLayoutChg chg="add del">
          <pc:chgData name="Yash Verma" userId="5a43bc40-4e82-4f16-9c9e-5af7a51ff8da" providerId="ADAL" clId="{EDF6EB4A-E413-4766-8B60-347D7C09026C}" dt="2023-05-24T21:47:34.013" v="171" actId="26606"/>
          <pc:sldLayoutMkLst>
            <pc:docMk/>
            <pc:sldMasterMk cId="1667469329" sldId="2147484193"/>
            <pc:sldLayoutMk cId="3701083569" sldId="2147484198"/>
          </pc:sldLayoutMkLst>
        </pc:sldLayoutChg>
        <pc:sldLayoutChg chg="add del">
          <pc:chgData name="Yash Verma" userId="5a43bc40-4e82-4f16-9c9e-5af7a51ff8da" providerId="ADAL" clId="{EDF6EB4A-E413-4766-8B60-347D7C09026C}" dt="2023-05-24T21:47:34.013" v="171" actId="26606"/>
          <pc:sldLayoutMkLst>
            <pc:docMk/>
            <pc:sldMasterMk cId="1667469329" sldId="2147484193"/>
            <pc:sldLayoutMk cId="663997629" sldId="2147484199"/>
          </pc:sldLayoutMkLst>
        </pc:sldLayoutChg>
        <pc:sldLayoutChg chg="add del">
          <pc:chgData name="Yash Verma" userId="5a43bc40-4e82-4f16-9c9e-5af7a51ff8da" providerId="ADAL" clId="{EDF6EB4A-E413-4766-8B60-347D7C09026C}" dt="2023-05-24T21:47:34.013" v="171" actId="26606"/>
          <pc:sldLayoutMkLst>
            <pc:docMk/>
            <pc:sldMasterMk cId="1667469329" sldId="2147484193"/>
            <pc:sldLayoutMk cId="2624064396" sldId="2147484200"/>
          </pc:sldLayoutMkLst>
        </pc:sldLayoutChg>
        <pc:sldLayoutChg chg="add del">
          <pc:chgData name="Yash Verma" userId="5a43bc40-4e82-4f16-9c9e-5af7a51ff8da" providerId="ADAL" clId="{EDF6EB4A-E413-4766-8B60-347D7C09026C}" dt="2023-05-24T21:47:34.013" v="171" actId="26606"/>
          <pc:sldLayoutMkLst>
            <pc:docMk/>
            <pc:sldMasterMk cId="1667469329" sldId="2147484193"/>
            <pc:sldLayoutMk cId="3399466097" sldId="2147484201"/>
          </pc:sldLayoutMkLst>
        </pc:sldLayoutChg>
        <pc:sldLayoutChg chg="add del">
          <pc:chgData name="Yash Verma" userId="5a43bc40-4e82-4f16-9c9e-5af7a51ff8da" providerId="ADAL" clId="{EDF6EB4A-E413-4766-8B60-347D7C09026C}" dt="2023-05-24T21:47:34.013" v="171" actId="26606"/>
          <pc:sldLayoutMkLst>
            <pc:docMk/>
            <pc:sldMasterMk cId="1667469329" sldId="2147484193"/>
            <pc:sldLayoutMk cId="1558169429" sldId="2147484202"/>
          </pc:sldLayoutMkLst>
        </pc:sldLayoutChg>
        <pc:sldLayoutChg chg="add del">
          <pc:chgData name="Yash Verma" userId="5a43bc40-4e82-4f16-9c9e-5af7a51ff8da" providerId="ADAL" clId="{EDF6EB4A-E413-4766-8B60-347D7C09026C}" dt="2023-05-24T21:47:34.013" v="171" actId="26606"/>
          <pc:sldLayoutMkLst>
            <pc:docMk/>
            <pc:sldMasterMk cId="1667469329" sldId="2147484193"/>
            <pc:sldLayoutMk cId="1926564972" sldId="2147484203"/>
          </pc:sldLayoutMkLst>
        </pc:sldLayoutChg>
        <pc:sldLayoutChg chg="add del">
          <pc:chgData name="Yash Verma" userId="5a43bc40-4e82-4f16-9c9e-5af7a51ff8da" providerId="ADAL" clId="{EDF6EB4A-E413-4766-8B60-347D7C09026C}" dt="2023-05-24T21:47:34.013" v="171" actId="26606"/>
          <pc:sldLayoutMkLst>
            <pc:docMk/>
            <pc:sldMasterMk cId="1667469329" sldId="2147484193"/>
            <pc:sldLayoutMk cId="787239747" sldId="2147484204"/>
          </pc:sldLayoutMkLst>
        </pc:sldLayoutChg>
      </pc:sldMasterChg>
      <pc:sldMasterChg chg="add addSldLayout">
        <pc:chgData name="Yash Verma" userId="5a43bc40-4e82-4f16-9c9e-5af7a51ff8da" providerId="ADAL" clId="{EDF6EB4A-E413-4766-8B60-347D7C09026C}" dt="2023-05-24T21:47:34.082" v="172" actId="26606"/>
        <pc:sldMasterMkLst>
          <pc:docMk/>
          <pc:sldMasterMk cId="696088940" sldId="2147484294"/>
        </pc:sldMasterMkLst>
        <pc:sldLayoutChg chg="add">
          <pc:chgData name="Yash Verma" userId="5a43bc40-4e82-4f16-9c9e-5af7a51ff8da" providerId="ADAL" clId="{EDF6EB4A-E413-4766-8B60-347D7C09026C}" dt="2023-05-24T21:47:34.082" v="172" actId="26606"/>
          <pc:sldLayoutMkLst>
            <pc:docMk/>
            <pc:sldMasterMk cId="696088940" sldId="2147484294"/>
            <pc:sldLayoutMk cId="3822899869" sldId="2147484283"/>
          </pc:sldLayoutMkLst>
        </pc:sldLayoutChg>
        <pc:sldLayoutChg chg="add">
          <pc:chgData name="Yash Verma" userId="5a43bc40-4e82-4f16-9c9e-5af7a51ff8da" providerId="ADAL" clId="{EDF6EB4A-E413-4766-8B60-347D7C09026C}" dt="2023-05-24T21:47:34.082" v="172" actId="26606"/>
          <pc:sldLayoutMkLst>
            <pc:docMk/>
            <pc:sldMasterMk cId="696088940" sldId="2147484294"/>
            <pc:sldLayoutMk cId="3898510076" sldId="2147484284"/>
          </pc:sldLayoutMkLst>
        </pc:sldLayoutChg>
        <pc:sldLayoutChg chg="add">
          <pc:chgData name="Yash Verma" userId="5a43bc40-4e82-4f16-9c9e-5af7a51ff8da" providerId="ADAL" clId="{EDF6EB4A-E413-4766-8B60-347D7C09026C}" dt="2023-05-24T21:47:34.082" v="172" actId="26606"/>
          <pc:sldLayoutMkLst>
            <pc:docMk/>
            <pc:sldMasterMk cId="696088940" sldId="2147484294"/>
            <pc:sldLayoutMk cId="3992176990" sldId="2147484285"/>
          </pc:sldLayoutMkLst>
        </pc:sldLayoutChg>
        <pc:sldLayoutChg chg="add">
          <pc:chgData name="Yash Verma" userId="5a43bc40-4e82-4f16-9c9e-5af7a51ff8da" providerId="ADAL" clId="{EDF6EB4A-E413-4766-8B60-347D7C09026C}" dt="2023-05-24T21:47:34.082" v="172" actId="26606"/>
          <pc:sldLayoutMkLst>
            <pc:docMk/>
            <pc:sldMasterMk cId="696088940" sldId="2147484294"/>
            <pc:sldLayoutMk cId="31355637" sldId="2147484286"/>
          </pc:sldLayoutMkLst>
        </pc:sldLayoutChg>
        <pc:sldLayoutChg chg="add">
          <pc:chgData name="Yash Verma" userId="5a43bc40-4e82-4f16-9c9e-5af7a51ff8da" providerId="ADAL" clId="{EDF6EB4A-E413-4766-8B60-347D7C09026C}" dt="2023-05-24T21:47:34.082" v="172" actId="26606"/>
          <pc:sldLayoutMkLst>
            <pc:docMk/>
            <pc:sldMasterMk cId="696088940" sldId="2147484294"/>
            <pc:sldLayoutMk cId="1479681049" sldId="2147484287"/>
          </pc:sldLayoutMkLst>
        </pc:sldLayoutChg>
        <pc:sldLayoutChg chg="add">
          <pc:chgData name="Yash Verma" userId="5a43bc40-4e82-4f16-9c9e-5af7a51ff8da" providerId="ADAL" clId="{EDF6EB4A-E413-4766-8B60-347D7C09026C}" dt="2023-05-24T21:47:34.082" v="172" actId="26606"/>
          <pc:sldLayoutMkLst>
            <pc:docMk/>
            <pc:sldMasterMk cId="696088940" sldId="2147484294"/>
            <pc:sldLayoutMk cId="2416648160" sldId="2147484288"/>
          </pc:sldLayoutMkLst>
        </pc:sldLayoutChg>
        <pc:sldLayoutChg chg="add">
          <pc:chgData name="Yash Verma" userId="5a43bc40-4e82-4f16-9c9e-5af7a51ff8da" providerId="ADAL" clId="{EDF6EB4A-E413-4766-8B60-347D7C09026C}" dt="2023-05-24T21:47:34.082" v="172" actId="26606"/>
          <pc:sldLayoutMkLst>
            <pc:docMk/>
            <pc:sldMasterMk cId="696088940" sldId="2147484294"/>
            <pc:sldLayoutMk cId="2104770179" sldId="2147484289"/>
          </pc:sldLayoutMkLst>
        </pc:sldLayoutChg>
        <pc:sldLayoutChg chg="add">
          <pc:chgData name="Yash Verma" userId="5a43bc40-4e82-4f16-9c9e-5af7a51ff8da" providerId="ADAL" clId="{EDF6EB4A-E413-4766-8B60-347D7C09026C}" dt="2023-05-24T21:47:34.082" v="172" actId="26606"/>
          <pc:sldLayoutMkLst>
            <pc:docMk/>
            <pc:sldMasterMk cId="696088940" sldId="2147484294"/>
            <pc:sldLayoutMk cId="386589420" sldId="2147484290"/>
          </pc:sldLayoutMkLst>
        </pc:sldLayoutChg>
        <pc:sldLayoutChg chg="add">
          <pc:chgData name="Yash Verma" userId="5a43bc40-4e82-4f16-9c9e-5af7a51ff8da" providerId="ADAL" clId="{EDF6EB4A-E413-4766-8B60-347D7C09026C}" dt="2023-05-24T21:47:34.082" v="172" actId="26606"/>
          <pc:sldLayoutMkLst>
            <pc:docMk/>
            <pc:sldMasterMk cId="696088940" sldId="2147484294"/>
            <pc:sldLayoutMk cId="123816880" sldId="2147484291"/>
          </pc:sldLayoutMkLst>
        </pc:sldLayoutChg>
        <pc:sldLayoutChg chg="add">
          <pc:chgData name="Yash Verma" userId="5a43bc40-4e82-4f16-9c9e-5af7a51ff8da" providerId="ADAL" clId="{EDF6EB4A-E413-4766-8B60-347D7C09026C}" dt="2023-05-24T21:47:34.082" v="172" actId="26606"/>
          <pc:sldLayoutMkLst>
            <pc:docMk/>
            <pc:sldMasterMk cId="696088940" sldId="2147484294"/>
            <pc:sldLayoutMk cId="2823692035" sldId="2147484292"/>
          </pc:sldLayoutMkLst>
        </pc:sldLayoutChg>
        <pc:sldLayoutChg chg="add">
          <pc:chgData name="Yash Verma" userId="5a43bc40-4e82-4f16-9c9e-5af7a51ff8da" providerId="ADAL" clId="{EDF6EB4A-E413-4766-8B60-347D7C09026C}" dt="2023-05-24T21:47:34.082" v="172" actId="26606"/>
          <pc:sldLayoutMkLst>
            <pc:docMk/>
            <pc:sldMasterMk cId="696088940" sldId="2147484294"/>
            <pc:sldLayoutMk cId="2265675686" sldId="214748429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198949-3594-4468-9288-C8480C01D0B5}" type="datetimeFigureOut">
              <a:rPr lang="en-US" smtClean="0"/>
              <a:t>5/24/2023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3CEE4C-5379-4F00-AE0A-4A424603CAC5}" type="slidenum">
              <a:rPr lang="en-US" smtClean="0"/>
              <a:t>‹#›</a:t>
            </a:fld>
            <a:endParaRPr lang="en-US"/>
          </a:p>
        </p:txBody>
      </p:sp>
    </p:spTree>
    <p:extLst>
      <p:ext uri="{BB962C8B-B14F-4D97-AF65-F5344CB8AC3E}">
        <p14:creationId xmlns:p14="http://schemas.microsoft.com/office/powerpoint/2010/main" val="3495121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03645-DCFE-47FC-8A66-F9A45A422ED9}"/>
              </a:ext>
            </a:extLst>
          </p:cNvPr>
          <p:cNvSpPr>
            <a:spLocks noGrp="1"/>
          </p:cNvSpPr>
          <p:nvPr>
            <p:ph type="ctrTitle"/>
          </p:nvPr>
        </p:nvSpPr>
        <p:spPr>
          <a:xfrm>
            <a:off x="3221150" y="1247140"/>
            <a:ext cx="7891760" cy="3450844"/>
          </a:xfrm>
        </p:spPr>
        <p:txBody>
          <a:bodyPr anchor="t"/>
          <a:lstStyle>
            <a:lvl1pPr algn="l">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AD509FA-7BD7-4D45-998F-0E43038F179C}"/>
              </a:ext>
            </a:extLst>
          </p:cNvPr>
          <p:cNvSpPr>
            <a:spLocks noGrp="1"/>
          </p:cNvSpPr>
          <p:nvPr>
            <p:ph type="subTitle" idx="1"/>
          </p:nvPr>
        </p:nvSpPr>
        <p:spPr>
          <a:xfrm>
            <a:off x="3221150" y="4818126"/>
            <a:ext cx="7891760" cy="1268984"/>
          </a:xfrm>
        </p:spPr>
        <p:txBody>
          <a:bodyPr anchor="b"/>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Rectangle 8">
            <a:extLst>
              <a:ext uri="{FF2B5EF4-FFF2-40B4-BE49-F238E27FC236}">
                <a16:creationId xmlns:a16="http://schemas.microsoft.com/office/drawing/2014/main" id="{2D03A0B2-4A2F-D846-A5E6-FB7CB9A031F7}"/>
              </a:ext>
            </a:extLst>
          </p:cNvPr>
          <p:cNvSpPr/>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tangle 9">
            <a:extLst>
              <a:ext uri="{FF2B5EF4-FFF2-40B4-BE49-F238E27FC236}">
                <a16:creationId xmlns:a16="http://schemas.microsoft.com/office/drawing/2014/main" id="{7F573F1D-73A7-FB41-BCAD-FC9AA7DEF4F5}"/>
              </a:ext>
            </a:extLst>
          </p:cNvPr>
          <p:cNvSpPr/>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Date Placeholder 6">
            <a:extLst>
              <a:ext uri="{FF2B5EF4-FFF2-40B4-BE49-F238E27FC236}">
                <a16:creationId xmlns:a16="http://schemas.microsoft.com/office/drawing/2014/main" id="{DDCFA51C-E4FE-4BF2-A2DD-E32DE57D8AD0}"/>
              </a:ext>
            </a:extLst>
          </p:cNvPr>
          <p:cNvSpPr>
            <a:spLocks noGrp="1"/>
          </p:cNvSpPr>
          <p:nvPr>
            <p:ph type="dt" sz="half" idx="10"/>
          </p:nvPr>
        </p:nvSpPr>
        <p:spPr/>
        <p:txBody>
          <a:bodyPr/>
          <a:lstStyle/>
          <a:p>
            <a:pPr algn="r"/>
            <a:fld id="{B1360E44-1957-46D8-A747-C838FD1FAB91}" type="datetime1">
              <a:rPr lang="en-US" smtClean="0"/>
              <a:t>5/24/2023</a:t>
            </a:fld>
            <a:endParaRPr lang="en-US"/>
          </a:p>
        </p:txBody>
      </p:sp>
      <p:sp>
        <p:nvSpPr>
          <p:cNvPr id="8" name="Footer Placeholder 7">
            <a:extLst>
              <a:ext uri="{FF2B5EF4-FFF2-40B4-BE49-F238E27FC236}">
                <a16:creationId xmlns:a16="http://schemas.microsoft.com/office/drawing/2014/main" id="{5A438448-FC2D-4A2F-B7C0-04AC50311EAA}"/>
              </a:ext>
            </a:extLst>
          </p:cNvPr>
          <p:cNvSpPr>
            <a:spLocks noGrp="1"/>
          </p:cNvSpPr>
          <p:nvPr>
            <p:ph type="ftr" sz="quarter" idx="11"/>
          </p:nvPr>
        </p:nvSpPr>
        <p:spPr>
          <a:xfrm>
            <a:off x="3221150" y="6292850"/>
            <a:ext cx="4114800" cy="365125"/>
          </a:xfrm>
        </p:spPr>
        <p:txBody>
          <a:bodyPr/>
          <a:lstStyle/>
          <a:p>
            <a:pPr algn="l"/>
            <a:endParaRPr lang="en-US" dirty="0"/>
          </a:p>
        </p:txBody>
      </p:sp>
      <p:sp>
        <p:nvSpPr>
          <p:cNvPr id="11" name="Slide Number Placeholder 10">
            <a:extLst>
              <a:ext uri="{FF2B5EF4-FFF2-40B4-BE49-F238E27FC236}">
                <a16:creationId xmlns:a16="http://schemas.microsoft.com/office/drawing/2014/main" id="{3B07C67E-EAD9-47D8-9559-4E091BC03BA8}"/>
              </a:ext>
            </a:extLst>
          </p:cNvPr>
          <p:cNvSpPr>
            <a:spLocks noGrp="1"/>
          </p:cNvSpPr>
          <p:nvPr>
            <p:ph type="sldNum" sz="quarter" idx="12"/>
          </p:nvPr>
        </p:nvSpPr>
        <p:spPr/>
        <p:txBody>
          <a:bodyPr/>
          <a:lstStyle/>
          <a:p>
            <a:fld id="{14DFC975-2FD7-44A5-9E78-ECBA46156075}" type="slidenum">
              <a:rPr lang="en-US" smtClean="0"/>
              <a:t>‹#›</a:t>
            </a:fld>
            <a:endParaRPr lang="en-US"/>
          </a:p>
        </p:txBody>
      </p:sp>
    </p:spTree>
    <p:extLst>
      <p:ext uri="{BB962C8B-B14F-4D97-AF65-F5344CB8AC3E}">
        <p14:creationId xmlns:p14="http://schemas.microsoft.com/office/powerpoint/2010/main" val="2104770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C5DD8-8608-4B55-96D8-0AB848C028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A3CC0B-7B21-422D-937D-FBD49EE939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A0EAFA-89BC-43E9-8EB9-B6B3CD136E43}"/>
              </a:ext>
            </a:extLst>
          </p:cNvPr>
          <p:cNvSpPr>
            <a:spLocks noGrp="1"/>
          </p:cNvSpPr>
          <p:nvPr>
            <p:ph type="dt" sz="half" idx="10"/>
          </p:nvPr>
        </p:nvSpPr>
        <p:spPr/>
        <p:txBody>
          <a:bodyPr/>
          <a:lstStyle/>
          <a:p>
            <a:fld id="{5AF6AAF9-B1DF-48C5-B2D7-ED8830F19F02}" type="datetime1">
              <a:rPr lang="en-US" smtClean="0"/>
              <a:t>5/24/2023</a:t>
            </a:fld>
            <a:endParaRPr lang="en-US"/>
          </a:p>
        </p:txBody>
      </p:sp>
      <p:sp>
        <p:nvSpPr>
          <p:cNvPr id="5" name="Footer Placeholder 4">
            <a:extLst>
              <a:ext uri="{FF2B5EF4-FFF2-40B4-BE49-F238E27FC236}">
                <a16:creationId xmlns:a16="http://schemas.microsoft.com/office/drawing/2014/main" id="{A3850944-70C2-487F-A102-58CDFB94C3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77B7B8-A972-455E-9D8C-9B8026A5306D}"/>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51" name="Rectangle 50">
            <a:extLst>
              <a:ext uri="{FF2B5EF4-FFF2-40B4-BE49-F238E27FC236}">
                <a16:creationId xmlns:a16="http://schemas.microsoft.com/office/drawing/2014/main" id="{CCC95119-6D9D-3542-9E0E-4171B33DC9CA}"/>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EFC92F19-7317-314C-81B7-43B8B687F4E4}"/>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6589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087F2-AA0E-4F0C-9AD6-2353021573D7}"/>
              </a:ext>
            </a:extLst>
          </p:cNvPr>
          <p:cNvSpPr>
            <a:spLocks noGrp="1"/>
          </p:cNvSpPr>
          <p:nvPr>
            <p:ph type="title"/>
          </p:nvPr>
        </p:nvSpPr>
        <p:spPr>
          <a:xfrm>
            <a:off x="3221150" y="1251674"/>
            <a:ext cx="7891760" cy="2914688"/>
          </a:xfrm>
        </p:spPr>
        <p:txBody>
          <a:bodyPr anchor="t"/>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7937807-96B8-4061-A845-1287216BF53B}"/>
              </a:ext>
            </a:extLst>
          </p:cNvPr>
          <p:cNvSpPr>
            <a:spLocks noGrp="1"/>
          </p:cNvSpPr>
          <p:nvPr>
            <p:ph type="body" idx="1"/>
          </p:nvPr>
        </p:nvSpPr>
        <p:spPr>
          <a:xfrm>
            <a:off x="3221150" y="4818126"/>
            <a:ext cx="7891760" cy="1271524"/>
          </a:xfrm>
        </p:spPr>
        <p:txBody>
          <a:bodyPr anchor="b"/>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2AF346-9503-4767-BCB4-84B823E27419}"/>
              </a:ext>
            </a:extLst>
          </p:cNvPr>
          <p:cNvSpPr>
            <a:spLocks noGrp="1"/>
          </p:cNvSpPr>
          <p:nvPr>
            <p:ph type="dt" sz="half" idx="10"/>
          </p:nvPr>
        </p:nvSpPr>
        <p:spPr/>
        <p:txBody>
          <a:bodyPr/>
          <a:lstStyle/>
          <a:p>
            <a:fld id="{E69383A2-33EC-4C77-B5FD-F56D462061A1}" type="datetime1">
              <a:rPr lang="en-US" smtClean="0"/>
              <a:t>5/24/2023</a:t>
            </a:fld>
            <a:endParaRPr lang="en-US"/>
          </a:p>
        </p:txBody>
      </p:sp>
      <p:sp>
        <p:nvSpPr>
          <p:cNvPr id="5" name="Footer Placeholder 4">
            <a:extLst>
              <a:ext uri="{FF2B5EF4-FFF2-40B4-BE49-F238E27FC236}">
                <a16:creationId xmlns:a16="http://schemas.microsoft.com/office/drawing/2014/main" id="{5259605B-A39D-4BEE-B46F-16CF13FA0BA7}"/>
              </a:ext>
            </a:extLst>
          </p:cNvPr>
          <p:cNvSpPr>
            <a:spLocks noGrp="1"/>
          </p:cNvSpPr>
          <p:nvPr>
            <p:ph type="ftr" sz="quarter" idx="11"/>
          </p:nvPr>
        </p:nvSpPr>
        <p:spPr>
          <a:xfrm>
            <a:off x="3221150" y="6292850"/>
            <a:ext cx="4114800" cy="365125"/>
          </a:xfrm>
        </p:spPr>
        <p:txBody>
          <a:bodyPr/>
          <a:lstStyle/>
          <a:p>
            <a:endParaRPr lang="en-US"/>
          </a:p>
        </p:txBody>
      </p:sp>
      <p:sp>
        <p:nvSpPr>
          <p:cNvPr id="6" name="Slide Number Placeholder 5">
            <a:extLst>
              <a:ext uri="{FF2B5EF4-FFF2-40B4-BE49-F238E27FC236}">
                <a16:creationId xmlns:a16="http://schemas.microsoft.com/office/drawing/2014/main" id="{2575834A-942D-410B-A430-43F9E01FC5F9}"/>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9" name="Rectangle 8">
            <a:extLst>
              <a:ext uri="{FF2B5EF4-FFF2-40B4-BE49-F238E27FC236}">
                <a16:creationId xmlns:a16="http://schemas.microsoft.com/office/drawing/2014/main" id="{4AD199D5-C485-D449-9804-F755E0907B51}"/>
              </a:ext>
            </a:extLst>
          </p:cNvPr>
          <p:cNvSpPr/>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tangle 9">
            <a:extLst>
              <a:ext uri="{FF2B5EF4-FFF2-40B4-BE49-F238E27FC236}">
                <a16:creationId xmlns:a16="http://schemas.microsoft.com/office/drawing/2014/main" id="{4290D1A7-C550-2540-86C9-EB0FB2EB2E71}"/>
              </a:ext>
            </a:extLst>
          </p:cNvPr>
          <p:cNvSpPr/>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123816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FCAD2-C321-4E81-AEBE-696A90E2D9A4}"/>
              </a:ext>
            </a:extLst>
          </p:cNvPr>
          <p:cNvSpPr>
            <a:spLocks noGrp="1"/>
          </p:cNvSpPr>
          <p:nvPr>
            <p:ph type="title"/>
          </p:nvPr>
        </p:nvSpPr>
        <p:spPr>
          <a:xfrm>
            <a:off x="1587710" y="455362"/>
            <a:ext cx="9486690" cy="1550419"/>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3EF20CD1-0E09-4415-911C-0F5B7341DD80}"/>
              </a:ext>
            </a:extLst>
          </p:cNvPr>
          <p:cNvSpPr>
            <a:spLocks noGrp="1"/>
          </p:cNvSpPr>
          <p:nvPr>
            <p:ph sz="half" idx="1"/>
          </p:nvPr>
        </p:nvSpPr>
        <p:spPr>
          <a:xfrm>
            <a:off x="1587709" y="2160016"/>
            <a:ext cx="4425437" cy="392709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A963EDD-031A-49CA-9130-067550BD0D55}"/>
              </a:ext>
            </a:extLst>
          </p:cNvPr>
          <p:cNvSpPr>
            <a:spLocks noGrp="1"/>
          </p:cNvSpPr>
          <p:nvPr>
            <p:ph sz="half" idx="2"/>
          </p:nvPr>
        </p:nvSpPr>
        <p:spPr>
          <a:xfrm>
            <a:off x="6648963" y="2160016"/>
            <a:ext cx="4425437" cy="39270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0808E79-A0BE-49F3-AE92-7EE5CC78F1A6}"/>
              </a:ext>
            </a:extLst>
          </p:cNvPr>
          <p:cNvSpPr>
            <a:spLocks noGrp="1"/>
          </p:cNvSpPr>
          <p:nvPr>
            <p:ph type="dt" sz="half" idx="10"/>
          </p:nvPr>
        </p:nvSpPr>
        <p:spPr/>
        <p:txBody>
          <a:bodyPr/>
          <a:lstStyle/>
          <a:p>
            <a:fld id="{76E12275-B076-4A66-8DFD-91655B819119}" type="datetime1">
              <a:rPr lang="en-US" smtClean="0"/>
              <a:t>5/24/2023</a:t>
            </a:fld>
            <a:endParaRPr lang="en-US"/>
          </a:p>
        </p:txBody>
      </p:sp>
      <p:sp>
        <p:nvSpPr>
          <p:cNvPr id="6" name="Footer Placeholder 5">
            <a:extLst>
              <a:ext uri="{FF2B5EF4-FFF2-40B4-BE49-F238E27FC236}">
                <a16:creationId xmlns:a16="http://schemas.microsoft.com/office/drawing/2014/main" id="{2898B87C-BF1E-47CF-9A4E-FD4BE32C05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C06E71-46F6-469C-A9CA-E707EBE51B58}"/>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0" name="Rectangle 9">
            <a:extLst>
              <a:ext uri="{FF2B5EF4-FFF2-40B4-BE49-F238E27FC236}">
                <a16:creationId xmlns:a16="http://schemas.microsoft.com/office/drawing/2014/main" id="{052659F6-6B3B-A545-A45F-FAD238210D47}"/>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80637F8-15DE-2240-8BF8-D6E57A337B1A}"/>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3692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3B26D-64DE-4314-8BD2-25FD618FB46D}"/>
              </a:ext>
            </a:extLst>
          </p:cNvPr>
          <p:cNvSpPr>
            <a:spLocks noGrp="1"/>
          </p:cNvSpPr>
          <p:nvPr>
            <p:ph type="title"/>
          </p:nvPr>
        </p:nvSpPr>
        <p:spPr>
          <a:xfrm>
            <a:off x="1591056" y="457200"/>
            <a:ext cx="9521854" cy="155448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9D77613-5CEE-4B05-A937-CD43EAAABF38}"/>
              </a:ext>
            </a:extLst>
          </p:cNvPr>
          <p:cNvSpPr>
            <a:spLocks noGrp="1"/>
          </p:cNvSpPr>
          <p:nvPr>
            <p:ph type="body" idx="1"/>
          </p:nvPr>
        </p:nvSpPr>
        <p:spPr>
          <a:xfrm>
            <a:off x="1591057" y="2165086"/>
            <a:ext cx="4425696"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343E4779-3B5A-4993-9C7F-FB19F1633F5D}"/>
              </a:ext>
            </a:extLst>
          </p:cNvPr>
          <p:cNvSpPr>
            <a:spLocks noGrp="1"/>
          </p:cNvSpPr>
          <p:nvPr>
            <p:ph sz="half" idx="2"/>
          </p:nvPr>
        </p:nvSpPr>
        <p:spPr>
          <a:xfrm>
            <a:off x="1591056" y="2988998"/>
            <a:ext cx="4425697" cy="3098112"/>
          </a:xfrm>
        </p:spPr>
        <p:txBody>
          <a:bodyPr/>
          <a:lstStyle>
            <a:lvl1pPr>
              <a:defRPr sz="2000"/>
            </a:lvl1pPr>
            <a:lvl2pPr>
              <a:defRPr sz="1800"/>
            </a:lvl2pPr>
            <a:lvl3pPr>
              <a:defRPr sz="1600"/>
            </a:lvl3pPr>
            <a:lvl4pPr>
              <a:defRPr sz="14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AB51081A-685C-4C18-9AE9-425106A02F6B}"/>
              </a:ext>
            </a:extLst>
          </p:cNvPr>
          <p:cNvSpPr>
            <a:spLocks noGrp="1"/>
          </p:cNvSpPr>
          <p:nvPr>
            <p:ph type="body" sz="quarter" idx="3"/>
          </p:nvPr>
        </p:nvSpPr>
        <p:spPr>
          <a:xfrm>
            <a:off x="6687214" y="2165086"/>
            <a:ext cx="4425696"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780F424-FE3A-4B7D-B60C-7AEA2118A585}"/>
              </a:ext>
            </a:extLst>
          </p:cNvPr>
          <p:cNvSpPr>
            <a:spLocks noGrp="1"/>
          </p:cNvSpPr>
          <p:nvPr>
            <p:ph sz="quarter" idx="4"/>
          </p:nvPr>
        </p:nvSpPr>
        <p:spPr>
          <a:xfrm>
            <a:off x="6687214" y="2988998"/>
            <a:ext cx="4425696" cy="3098112"/>
          </a:xfrm>
        </p:spPr>
        <p:txBody>
          <a:bodyPr/>
          <a:lstStyle>
            <a:lvl1pPr>
              <a:defRPr sz="2000"/>
            </a:lvl1pPr>
            <a:lvl2pPr>
              <a:defRPr sz="1800"/>
            </a:lvl2pPr>
            <a:lvl3pPr>
              <a:defRPr sz="1600"/>
            </a:lvl3pPr>
            <a:lvl4pPr>
              <a:defRPr sz="14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864D2A96-CD7D-41BC-BDBE-5E29B7C0B325}"/>
              </a:ext>
            </a:extLst>
          </p:cNvPr>
          <p:cNvSpPr>
            <a:spLocks noGrp="1"/>
          </p:cNvSpPr>
          <p:nvPr>
            <p:ph type="dt" sz="half" idx="10"/>
          </p:nvPr>
        </p:nvSpPr>
        <p:spPr/>
        <p:txBody>
          <a:bodyPr/>
          <a:lstStyle/>
          <a:p>
            <a:fld id="{63146D3D-C600-4CE1-BD5A-B0F9FDB497FA}" type="datetime1">
              <a:rPr lang="en-US" smtClean="0"/>
              <a:t>5/24/2023</a:t>
            </a:fld>
            <a:endParaRPr lang="en-US"/>
          </a:p>
        </p:txBody>
      </p:sp>
      <p:sp>
        <p:nvSpPr>
          <p:cNvPr id="8" name="Footer Placeholder 7">
            <a:extLst>
              <a:ext uri="{FF2B5EF4-FFF2-40B4-BE49-F238E27FC236}">
                <a16:creationId xmlns:a16="http://schemas.microsoft.com/office/drawing/2014/main" id="{2CD1471D-6DDE-4E56-84E9-48136966A9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A3F451-CF28-4F57-B844-52A665440A02}"/>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2" name="Rectangle 11">
            <a:extLst>
              <a:ext uri="{FF2B5EF4-FFF2-40B4-BE49-F238E27FC236}">
                <a16:creationId xmlns:a16="http://schemas.microsoft.com/office/drawing/2014/main" id="{2D1FA03E-7A83-AB41-BB4B-25B04946559A}"/>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7702630-3C98-A142-9D04-1D852974DC26}"/>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5675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22D7A-4502-49C3-BAFB-6D46F7A2E2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AB67EE-A167-43D1-9C58-7B736CF28B64}"/>
              </a:ext>
            </a:extLst>
          </p:cNvPr>
          <p:cNvSpPr>
            <a:spLocks noGrp="1"/>
          </p:cNvSpPr>
          <p:nvPr>
            <p:ph type="dt" sz="half" idx="10"/>
          </p:nvPr>
        </p:nvSpPr>
        <p:spPr/>
        <p:txBody>
          <a:bodyPr/>
          <a:lstStyle/>
          <a:p>
            <a:fld id="{1D26981A-3EB4-4A88-9A88-7FB572511AF1}" type="datetime1">
              <a:rPr lang="en-US" smtClean="0"/>
              <a:t>5/24/2023</a:t>
            </a:fld>
            <a:endParaRPr lang="en-US"/>
          </a:p>
        </p:txBody>
      </p:sp>
      <p:sp>
        <p:nvSpPr>
          <p:cNvPr id="4" name="Footer Placeholder 3">
            <a:extLst>
              <a:ext uri="{FF2B5EF4-FFF2-40B4-BE49-F238E27FC236}">
                <a16:creationId xmlns:a16="http://schemas.microsoft.com/office/drawing/2014/main" id="{3C5605B7-599B-450E-9E8D-2A9AE3F30F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5BD2B1-8C5F-430B-A0F2-CD5281AB75E2}"/>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8" name="Rectangle 7">
            <a:extLst>
              <a:ext uri="{FF2B5EF4-FFF2-40B4-BE49-F238E27FC236}">
                <a16:creationId xmlns:a16="http://schemas.microsoft.com/office/drawing/2014/main" id="{1DBA877B-B45A-BD48-8FC8-E752E7D7174F}"/>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BF3343D-2AFA-B544-B40A-315F5EC680B6}"/>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9681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308016-71BA-4CD3-918D-51613F7F4DF5}"/>
              </a:ext>
            </a:extLst>
          </p:cNvPr>
          <p:cNvSpPr>
            <a:spLocks noGrp="1"/>
          </p:cNvSpPr>
          <p:nvPr>
            <p:ph type="dt" sz="half" idx="10"/>
          </p:nvPr>
        </p:nvSpPr>
        <p:spPr/>
        <p:txBody>
          <a:bodyPr/>
          <a:lstStyle/>
          <a:p>
            <a:fld id="{C76B203B-337C-42C6-AD0C-5FD1F5523B0E}" type="datetime1">
              <a:rPr lang="en-US" smtClean="0"/>
              <a:t>5/24/2023</a:t>
            </a:fld>
            <a:endParaRPr lang="en-US"/>
          </a:p>
        </p:txBody>
      </p:sp>
      <p:sp>
        <p:nvSpPr>
          <p:cNvPr id="3" name="Footer Placeholder 2">
            <a:extLst>
              <a:ext uri="{FF2B5EF4-FFF2-40B4-BE49-F238E27FC236}">
                <a16:creationId xmlns:a16="http://schemas.microsoft.com/office/drawing/2014/main" id="{95B24F46-0425-47C6-9FFB-F69AFFFE89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3CE7A99-1593-4189-A514-8209CC32A2EA}"/>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7" name="Rectangle 6">
            <a:extLst>
              <a:ext uri="{FF2B5EF4-FFF2-40B4-BE49-F238E27FC236}">
                <a16:creationId xmlns:a16="http://schemas.microsoft.com/office/drawing/2014/main" id="{11C15DFD-AB97-AB43-A6C9-2808708C91B4}"/>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A05BA89-ECA6-2247-ABBB-3C67160202E9}"/>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2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E933B-3FC6-4B08-9FBE-2DD48307A4D4}"/>
              </a:ext>
            </a:extLst>
          </p:cNvPr>
          <p:cNvSpPr>
            <a:spLocks noGrp="1"/>
          </p:cNvSpPr>
          <p:nvPr>
            <p:ph type="title"/>
          </p:nvPr>
        </p:nvSpPr>
        <p:spPr>
          <a:xfrm>
            <a:off x="1587712" y="455362"/>
            <a:ext cx="4043440" cy="158451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377FBD4A-4514-4DCE-8F18-914DF3F4EED1}"/>
              </a:ext>
            </a:extLst>
          </p:cNvPr>
          <p:cNvSpPr>
            <a:spLocks noGrp="1"/>
          </p:cNvSpPr>
          <p:nvPr>
            <p:ph idx="1"/>
          </p:nvPr>
        </p:nvSpPr>
        <p:spPr>
          <a:xfrm>
            <a:off x="6271232" y="565151"/>
            <a:ext cx="5358384" cy="5521960"/>
          </a:xfrm>
        </p:spPr>
        <p:txBody>
          <a:bodyPr>
            <a:normAutofit/>
          </a:bodyPr>
          <a:lstStyle>
            <a:lvl1pPr>
              <a:defRPr sz="2200"/>
            </a:lvl1pPr>
            <a:lvl2pPr>
              <a:defRPr sz="1900"/>
            </a:lvl2pPr>
            <a:lvl3pPr>
              <a:defRPr sz="1700"/>
            </a:lvl3pPr>
            <a:lvl4pPr>
              <a:defRPr sz="1500"/>
            </a:lvl4pPr>
            <a:lvl5pPr>
              <a:defRPr sz="15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AF18C85-0675-4202-B796-352766854939}"/>
              </a:ext>
            </a:extLst>
          </p:cNvPr>
          <p:cNvSpPr>
            <a:spLocks noGrp="1"/>
          </p:cNvSpPr>
          <p:nvPr>
            <p:ph type="body" sz="half" idx="2"/>
          </p:nvPr>
        </p:nvSpPr>
        <p:spPr>
          <a:xfrm>
            <a:off x="1587712" y="2039874"/>
            <a:ext cx="4043440" cy="38291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079E5-F934-4D04-866F-F7CB5B08ACC4}"/>
              </a:ext>
            </a:extLst>
          </p:cNvPr>
          <p:cNvSpPr>
            <a:spLocks noGrp="1"/>
          </p:cNvSpPr>
          <p:nvPr>
            <p:ph type="dt" sz="half" idx="10"/>
          </p:nvPr>
        </p:nvSpPr>
        <p:spPr/>
        <p:txBody>
          <a:bodyPr/>
          <a:lstStyle/>
          <a:p>
            <a:fld id="{F7AE1323-8815-46C2-A880-4815E75BC23A}" type="datetime1">
              <a:rPr lang="en-US" smtClean="0"/>
              <a:t>5/24/2023</a:t>
            </a:fld>
            <a:endParaRPr lang="en-US"/>
          </a:p>
        </p:txBody>
      </p:sp>
      <p:sp>
        <p:nvSpPr>
          <p:cNvPr id="6" name="Footer Placeholder 5">
            <a:extLst>
              <a:ext uri="{FF2B5EF4-FFF2-40B4-BE49-F238E27FC236}">
                <a16:creationId xmlns:a16="http://schemas.microsoft.com/office/drawing/2014/main" id="{E705FC94-7915-439A-B937-F02D1BB03A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B69B19-4156-4584-B1DC-4F42F200B915}"/>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0" name="Rectangle 9">
            <a:extLst>
              <a:ext uri="{FF2B5EF4-FFF2-40B4-BE49-F238E27FC236}">
                <a16:creationId xmlns:a16="http://schemas.microsoft.com/office/drawing/2014/main" id="{DC1B6031-8ABE-F648-8E05-3D08D0D54B53}"/>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DABD855-35E6-BE4F-8B03-FD12DDB32E10}"/>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85100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E1F3B-090C-4BB5-84BE-8ED0FC5981A5}"/>
              </a:ext>
            </a:extLst>
          </p:cNvPr>
          <p:cNvSpPr>
            <a:spLocks noGrp="1"/>
          </p:cNvSpPr>
          <p:nvPr>
            <p:ph type="title"/>
          </p:nvPr>
        </p:nvSpPr>
        <p:spPr>
          <a:xfrm>
            <a:off x="1587711" y="455362"/>
            <a:ext cx="4043436" cy="1584512"/>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9397C49E-9426-4B24-B2A7-C54B89DA60A3}"/>
              </a:ext>
            </a:extLst>
          </p:cNvPr>
          <p:cNvSpPr>
            <a:spLocks noGrp="1"/>
          </p:cNvSpPr>
          <p:nvPr>
            <p:ph type="pic" idx="1"/>
          </p:nvPr>
        </p:nvSpPr>
        <p:spPr>
          <a:xfrm>
            <a:off x="6271232" y="565150"/>
            <a:ext cx="5355607" cy="552267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BC7F011-0A5F-44E9-88CD-C95A33351B45}"/>
              </a:ext>
            </a:extLst>
          </p:cNvPr>
          <p:cNvSpPr>
            <a:spLocks noGrp="1"/>
          </p:cNvSpPr>
          <p:nvPr>
            <p:ph type="body" sz="half" idx="2"/>
          </p:nvPr>
        </p:nvSpPr>
        <p:spPr>
          <a:xfrm>
            <a:off x="1587711" y="2039874"/>
            <a:ext cx="4043436" cy="38291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21C85-27BB-4533-A21B-C379FE03A944}"/>
              </a:ext>
            </a:extLst>
          </p:cNvPr>
          <p:cNvSpPr>
            <a:spLocks noGrp="1"/>
          </p:cNvSpPr>
          <p:nvPr>
            <p:ph type="dt" sz="half" idx="10"/>
          </p:nvPr>
        </p:nvSpPr>
        <p:spPr/>
        <p:txBody>
          <a:bodyPr/>
          <a:lstStyle/>
          <a:p>
            <a:fld id="{696AC9E2-4B38-4A5D-AAA7-D9FA563AD1FC}" type="datetime1">
              <a:rPr lang="en-US" smtClean="0"/>
              <a:t>5/24/2023</a:t>
            </a:fld>
            <a:endParaRPr lang="en-US"/>
          </a:p>
        </p:txBody>
      </p:sp>
      <p:sp>
        <p:nvSpPr>
          <p:cNvPr id="6" name="Footer Placeholder 5">
            <a:extLst>
              <a:ext uri="{FF2B5EF4-FFF2-40B4-BE49-F238E27FC236}">
                <a16:creationId xmlns:a16="http://schemas.microsoft.com/office/drawing/2014/main" id="{35018850-01F1-4247-9BFD-1DDC5DDDC3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B365A9-4C28-480F-B370-2DFF234B73F7}"/>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0" name="Rectangle 9">
            <a:extLst>
              <a:ext uri="{FF2B5EF4-FFF2-40B4-BE49-F238E27FC236}">
                <a16:creationId xmlns:a16="http://schemas.microsoft.com/office/drawing/2014/main" id="{920EAFF3-0A84-F84B-90E4-A596F00B3DC2}"/>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8392559-3C15-B249-93C9-B0F7E9E5DDD8}"/>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2176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C53B0-59B2-4B39-93E0-DCFBB932C82A}"/>
              </a:ext>
            </a:extLst>
          </p:cNvPr>
          <p:cNvSpPr>
            <a:spLocks noGrp="1"/>
          </p:cNvSpPr>
          <p:nvPr>
            <p:ph type="title"/>
          </p:nvPr>
        </p:nvSpPr>
        <p:spPr>
          <a:xfrm>
            <a:off x="1587710" y="455362"/>
            <a:ext cx="9525200" cy="1550419"/>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18C5F7B-98AC-425B-80BD-6C6F3032D0CE}"/>
              </a:ext>
            </a:extLst>
          </p:cNvPr>
          <p:cNvSpPr>
            <a:spLocks noGrp="1"/>
          </p:cNvSpPr>
          <p:nvPr>
            <p:ph type="body" orient="vert" idx="1"/>
          </p:nvPr>
        </p:nvSpPr>
        <p:spPr>
          <a:xfrm>
            <a:off x="1587710" y="2160016"/>
            <a:ext cx="9525200" cy="39261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C88C2EE-2433-424A-878C-24514FF5D44F}"/>
              </a:ext>
            </a:extLst>
          </p:cNvPr>
          <p:cNvSpPr>
            <a:spLocks noGrp="1"/>
          </p:cNvSpPr>
          <p:nvPr>
            <p:ph type="dt" sz="half" idx="10"/>
          </p:nvPr>
        </p:nvSpPr>
        <p:spPr/>
        <p:txBody>
          <a:bodyPr/>
          <a:lstStyle/>
          <a:p>
            <a:fld id="{71740D9E-3C8A-4B3C-8764-E799077DE13C}" type="datetime1">
              <a:rPr lang="en-US" smtClean="0"/>
              <a:t>5/24/2023</a:t>
            </a:fld>
            <a:endParaRPr lang="en-US"/>
          </a:p>
        </p:txBody>
      </p:sp>
      <p:sp>
        <p:nvSpPr>
          <p:cNvPr id="5" name="Footer Placeholder 4">
            <a:extLst>
              <a:ext uri="{FF2B5EF4-FFF2-40B4-BE49-F238E27FC236}">
                <a16:creationId xmlns:a16="http://schemas.microsoft.com/office/drawing/2014/main" id="{1FFEFD20-ADE2-40F3-A071-6D1E97F8FB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B7D1D5-5E92-48E1-9475-EC122D3FE613}"/>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9" name="Rectangle 8">
            <a:extLst>
              <a:ext uri="{FF2B5EF4-FFF2-40B4-BE49-F238E27FC236}">
                <a16:creationId xmlns:a16="http://schemas.microsoft.com/office/drawing/2014/main" id="{60FCF945-5CF3-5542-A36A-9CBB738E735E}"/>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7D61B-66C5-4341-8F2D-129A9E4D8283}"/>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55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47FBCF-6EDB-4883-92D4-612F4D1C5589}"/>
              </a:ext>
            </a:extLst>
          </p:cNvPr>
          <p:cNvSpPr>
            <a:spLocks noGrp="1"/>
          </p:cNvSpPr>
          <p:nvPr>
            <p:ph type="title" orient="vert"/>
          </p:nvPr>
        </p:nvSpPr>
        <p:spPr>
          <a:xfrm>
            <a:off x="8846380" y="565149"/>
            <a:ext cx="2266530" cy="561181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9D2DF8-B588-416F-AA11-9F3A0DDE6765}"/>
              </a:ext>
            </a:extLst>
          </p:cNvPr>
          <p:cNvSpPr>
            <a:spLocks noGrp="1"/>
          </p:cNvSpPr>
          <p:nvPr>
            <p:ph type="body" orient="vert" idx="1"/>
          </p:nvPr>
        </p:nvSpPr>
        <p:spPr>
          <a:xfrm>
            <a:off x="1587710" y="565149"/>
            <a:ext cx="7088929" cy="5611813"/>
          </a:xfrm>
        </p:spPr>
        <p:txBody>
          <a:bodyPr vert="eaVert"/>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72F7B1D-405D-4EE7-9A23-3F21916C9503}"/>
              </a:ext>
            </a:extLst>
          </p:cNvPr>
          <p:cNvSpPr>
            <a:spLocks noGrp="1"/>
          </p:cNvSpPr>
          <p:nvPr>
            <p:ph type="dt" sz="half" idx="10"/>
          </p:nvPr>
        </p:nvSpPr>
        <p:spPr/>
        <p:txBody>
          <a:bodyPr/>
          <a:lstStyle/>
          <a:p>
            <a:fld id="{16B4BB01-3BAD-474B-8EAC-535E4A7C9112}" type="datetime1">
              <a:rPr lang="en-US" smtClean="0"/>
              <a:t>5/24/2023</a:t>
            </a:fld>
            <a:endParaRPr lang="en-US"/>
          </a:p>
        </p:txBody>
      </p:sp>
      <p:sp>
        <p:nvSpPr>
          <p:cNvPr id="5" name="Footer Placeholder 4">
            <a:extLst>
              <a:ext uri="{FF2B5EF4-FFF2-40B4-BE49-F238E27FC236}">
                <a16:creationId xmlns:a16="http://schemas.microsoft.com/office/drawing/2014/main" id="{D27B9304-686C-431A-8E7F-D9DD19F4DF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A240B-DB2E-46ED-8AC6-744B2C1C70E3}"/>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9" name="Rectangle 8">
            <a:extLst>
              <a:ext uri="{FF2B5EF4-FFF2-40B4-BE49-F238E27FC236}">
                <a16:creationId xmlns:a16="http://schemas.microsoft.com/office/drawing/2014/main" id="{2F275F2C-778B-864A-8379-6D0726B18FDC}"/>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70051C8-76B3-384B-BCF1-60BB80301FCD}"/>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6648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7ACD69-D2F4-4938-B590-C414049017E0}"/>
              </a:ext>
            </a:extLst>
          </p:cNvPr>
          <p:cNvSpPr>
            <a:spLocks noGrp="1"/>
          </p:cNvSpPr>
          <p:nvPr>
            <p:ph type="title"/>
          </p:nvPr>
        </p:nvSpPr>
        <p:spPr>
          <a:xfrm>
            <a:off x="1587710" y="455362"/>
            <a:ext cx="9486690" cy="1550419"/>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2E762BD4-BA0F-4CA4-BAE3-DF2B5087C045}"/>
              </a:ext>
            </a:extLst>
          </p:cNvPr>
          <p:cNvSpPr>
            <a:spLocks noGrp="1"/>
          </p:cNvSpPr>
          <p:nvPr>
            <p:ph type="body" idx="1"/>
          </p:nvPr>
        </p:nvSpPr>
        <p:spPr>
          <a:xfrm>
            <a:off x="1587710" y="2160016"/>
            <a:ext cx="9486690" cy="392615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80B2FEE-249E-42F1-94D8-A8C0759EF471}"/>
              </a:ext>
            </a:extLst>
          </p:cNvPr>
          <p:cNvSpPr>
            <a:spLocks noGrp="1"/>
          </p:cNvSpPr>
          <p:nvPr>
            <p:ph type="dt" sz="half" idx="2"/>
          </p:nvPr>
        </p:nvSpPr>
        <p:spPr>
          <a:xfrm>
            <a:off x="8018632" y="6292850"/>
            <a:ext cx="3094278"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D952E123-F9C4-4D8E-A551-18449223DE6B}" type="datetime1">
              <a:rPr lang="en-US" smtClean="0"/>
              <a:t>5/24/2023</a:t>
            </a:fld>
            <a:endParaRPr lang="en-US"/>
          </a:p>
        </p:txBody>
      </p:sp>
      <p:sp>
        <p:nvSpPr>
          <p:cNvPr id="5" name="Footer Placeholder 4">
            <a:extLst>
              <a:ext uri="{FF2B5EF4-FFF2-40B4-BE49-F238E27FC236}">
                <a16:creationId xmlns:a16="http://schemas.microsoft.com/office/drawing/2014/main" id="{8560C617-A890-4920-83B0-143C03349066}"/>
              </a:ext>
            </a:extLst>
          </p:cNvPr>
          <p:cNvSpPr>
            <a:spLocks noGrp="1"/>
          </p:cNvSpPr>
          <p:nvPr>
            <p:ph type="ftr" sz="quarter" idx="3"/>
          </p:nvPr>
        </p:nvSpPr>
        <p:spPr>
          <a:xfrm>
            <a:off x="1587711" y="6292850"/>
            <a:ext cx="4114800" cy="365125"/>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14F1B4F1-B06B-4BBE-BFFF-C0B386E2449E}"/>
              </a:ext>
            </a:extLst>
          </p:cNvPr>
          <p:cNvSpPr>
            <a:spLocks noGrp="1"/>
          </p:cNvSpPr>
          <p:nvPr>
            <p:ph type="sldNum" sz="quarter" idx="4"/>
          </p:nvPr>
        </p:nvSpPr>
        <p:spPr>
          <a:xfrm>
            <a:off x="11149574" y="6292850"/>
            <a:ext cx="813816"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14DFC975-2FD7-44A5-9E78-ECBA46156075}" type="slidenum">
              <a:rPr lang="en-US" smtClean="0"/>
              <a:pPr/>
              <a:t>‹#›</a:t>
            </a:fld>
            <a:endParaRPr lang="en-US"/>
          </a:p>
        </p:txBody>
      </p:sp>
    </p:spTree>
    <p:extLst>
      <p:ext uri="{BB962C8B-B14F-4D97-AF65-F5344CB8AC3E}">
        <p14:creationId xmlns:p14="http://schemas.microsoft.com/office/powerpoint/2010/main" val="696088940"/>
      </p:ext>
    </p:extLst>
  </p:cSld>
  <p:clrMap bg1="dk1" tx1="lt1" bg2="dk2" tx2="lt2" accent1="accent1" accent2="accent2" accent3="accent3" accent4="accent4" accent5="accent5" accent6="accent6" hlink="hlink" folHlink="folHlink"/>
  <p:sldLayoutIdLst>
    <p:sldLayoutId id="2147484289" r:id="rId1"/>
    <p:sldLayoutId id="2147484290" r:id="rId2"/>
    <p:sldLayoutId id="2147484291" r:id="rId3"/>
    <p:sldLayoutId id="2147484292" r:id="rId4"/>
    <p:sldLayoutId id="2147484293" r:id="rId5"/>
    <p:sldLayoutId id="2147484287" r:id="rId6"/>
    <p:sldLayoutId id="2147484283" r:id="rId7"/>
    <p:sldLayoutId id="2147484284" r:id="rId8"/>
    <p:sldLayoutId id="2147484285" r:id="rId9"/>
    <p:sldLayoutId id="2147484286" r:id="rId10"/>
    <p:sldLayoutId id="2147484288" r:id="rId11"/>
  </p:sldLayoutIdLst>
  <p:hf hdr="0" ftr="0" dt="0"/>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2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457200" indent="-228600" algn="l" defTabSz="914400" rtl="0" eaLnBrk="1" latinLnBrk="0" hangingPunct="1">
        <a:lnSpc>
          <a:spcPct val="110000"/>
        </a:lnSpc>
        <a:spcBef>
          <a:spcPts val="600"/>
        </a:spcBef>
        <a:buClr>
          <a:schemeClr val="accent1"/>
        </a:buClr>
        <a:buFont typeface="Arial" panose="020B0604020202020204" pitchFamily="34" charset="0"/>
        <a:buChar char="•"/>
        <a:defRPr sz="1900" kern="1200">
          <a:solidFill>
            <a:schemeClr val="tx1"/>
          </a:solidFill>
          <a:latin typeface="+mn-lt"/>
          <a:ea typeface="+mn-ea"/>
          <a:cs typeface="+mn-cs"/>
        </a:defRPr>
      </a:lvl2pPr>
      <a:lvl3pPr marL="685800" indent="-228600" algn="l" defTabSz="914400" rtl="0" eaLnBrk="1" latinLnBrk="0" hangingPunct="1">
        <a:lnSpc>
          <a:spcPct val="110000"/>
        </a:lnSpc>
        <a:spcBef>
          <a:spcPts val="600"/>
        </a:spcBef>
        <a:buClr>
          <a:schemeClr val="accent1"/>
        </a:buClr>
        <a:buFont typeface="Arial" panose="020B0604020202020204" pitchFamily="34" charset="0"/>
        <a:buChar char="•"/>
        <a:defRPr sz="1700" kern="1200">
          <a:solidFill>
            <a:schemeClr val="tx1"/>
          </a:solidFill>
          <a:latin typeface="+mn-lt"/>
          <a:ea typeface="+mn-ea"/>
          <a:cs typeface="+mn-cs"/>
        </a:defRPr>
      </a:lvl3pPr>
      <a:lvl4pPr marL="9144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4pPr>
      <a:lvl5pPr marL="11430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6" name="Rectangle 167">
            <a:extLst>
              <a:ext uri="{FF2B5EF4-FFF2-40B4-BE49-F238E27FC236}">
                <a16:creationId xmlns:a16="http://schemas.microsoft.com/office/drawing/2014/main" id="{A88F843D-1C1B-C740-AC27-E3238D0F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735D0A-7026-0E2E-F72C-BA5864DB30A6}"/>
              </a:ext>
            </a:extLst>
          </p:cNvPr>
          <p:cNvSpPr>
            <a:spLocks noGrp="1"/>
          </p:cNvSpPr>
          <p:nvPr>
            <p:ph type="ctrTitle"/>
          </p:nvPr>
        </p:nvSpPr>
        <p:spPr>
          <a:xfrm>
            <a:off x="7633289" y="344252"/>
            <a:ext cx="4268128" cy="2062480"/>
          </a:xfrm>
        </p:spPr>
        <p:txBody>
          <a:bodyPr>
            <a:normAutofit/>
          </a:bodyPr>
          <a:lstStyle/>
          <a:p>
            <a:r>
              <a:rPr lang="en-US" sz="3600" dirty="0"/>
              <a:t>Books Recommendation System </a:t>
            </a:r>
          </a:p>
        </p:txBody>
      </p:sp>
      <p:sp>
        <p:nvSpPr>
          <p:cNvPr id="3" name="Subtitle 2">
            <a:extLst>
              <a:ext uri="{FF2B5EF4-FFF2-40B4-BE49-F238E27FC236}">
                <a16:creationId xmlns:a16="http://schemas.microsoft.com/office/drawing/2014/main" id="{369A71F6-2B64-1F26-E9A3-2214E1A12FD9}"/>
              </a:ext>
            </a:extLst>
          </p:cNvPr>
          <p:cNvSpPr>
            <a:spLocks noGrp="1"/>
          </p:cNvSpPr>
          <p:nvPr>
            <p:ph type="subTitle" idx="1"/>
          </p:nvPr>
        </p:nvSpPr>
        <p:spPr>
          <a:xfrm>
            <a:off x="9174480" y="5222240"/>
            <a:ext cx="2183450" cy="1253173"/>
          </a:xfrm>
        </p:spPr>
        <p:txBody>
          <a:bodyPr>
            <a:normAutofit/>
          </a:bodyPr>
          <a:lstStyle/>
          <a:p>
            <a:r>
              <a:rPr lang="en-US" sz="2600" dirty="0">
                <a:latin typeface="+mj-lt"/>
              </a:rPr>
              <a:t>Yash Verma </a:t>
            </a:r>
          </a:p>
          <a:p>
            <a:pPr algn="ctr"/>
            <a:r>
              <a:rPr lang="en-US" sz="1600" dirty="0">
                <a:latin typeface="+mj-lt"/>
              </a:rPr>
              <a:t>24/05/2023</a:t>
            </a:r>
          </a:p>
        </p:txBody>
      </p:sp>
      <p:pic>
        <p:nvPicPr>
          <p:cNvPr id="4" name="Picture 3" descr="Books stacked on a table">
            <a:extLst>
              <a:ext uri="{FF2B5EF4-FFF2-40B4-BE49-F238E27FC236}">
                <a16:creationId xmlns:a16="http://schemas.microsoft.com/office/drawing/2014/main" id="{38871284-231F-4A81-60C5-206C01A9E2D4}"/>
              </a:ext>
            </a:extLst>
          </p:cNvPr>
          <p:cNvPicPr>
            <a:picLocks noChangeAspect="1"/>
          </p:cNvPicPr>
          <p:nvPr/>
        </p:nvPicPr>
        <p:blipFill rotWithShape="1">
          <a:blip r:embed="rId2"/>
          <a:srcRect l="14462" r="12961" b="-1"/>
          <a:stretch/>
        </p:blipFill>
        <p:spPr>
          <a:xfrm>
            <a:off x="-1" y="10"/>
            <a:ext cx="7456513" cy="6857990"/>
          </a:xfrm>
          <a:custGeom>
            <a:avLst/>
            <a:gdLst/>
            <a:ahLst/>
            <a:cxnLst/>
            <a:rect l="l" t="t" r="r" b="b"/>
            <a:pathLst>
              <a:path w="7456513" h="6858000">
                <a:moveTo>
                  <a:pt x="0" y="0"/>
                </a:moveTo>
                <a:lnTo>
                  <a:pt x="6059386" y="0"/>
                </a:lnTo>
                <a:lnTo>
                  <a:pt x="6059386" y="1375489"/>
                </a:lnTo>
                <a:lnTo>
                  <a:pt x="7456513" y="1375489"/>
                </a:lnTo>
                <a:lnTo>
                  <a:pt x="7456513" y="6858000"/>
                </a:lnTo>
                <a:lnTo>
                  <a:pt x="0" y="6858000"/>
                </a:lnTo>
                <a:close/>
              </a:path>
            </a:pathLst>
          </a:custGeom>
        </p:spPr>
      </p:pic>
      <p:sp>
        <p:nvSpPr>
          <p:cNvPr id="177" name="Rectangle 169">
            <a:extLst>
              <a:ext uri="{FF2B5EF4-FFF2-40B4-BE49-F238E27FC236}">
                <a16:creationId xmlns:a16="http://schemas.microsoft.com/office/drawing/2014/main" id="{A21C8291-E3D5-4240-8FF4-E5213CBCC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85818"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78" name="Rectangle 171">
            <a:extLst>
              <a:ext uri="{FF2B5EF4-FFF2-40B4-BE49-F238E27FC236}">
                <a16:creationId xmlns:a16="http://schemas.microsoft.com/office/drawing/2014/main" id="{08B44AFE-C181-7047-8CC9-CA00BD385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85818"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5" name="Slide Number Placeholder 4">
            <a:extLst>
              <a:ext uri="{FF2B5EF4-FFF2-40B4-BE49-F238E27FC236}">
                <a16:creationId xmlns:a16="http://schemas.microsoft.com/office/drawing/2014/main" id="{75A5045F-6808-B442-C931-360EFB841D8E}"/>
              </a:ext>
            </a:extLst>
          </p:cNvPr>
          <p:cNvSpPr>
            <a:spLocks noGrp="1"/>
          </p:cNvSpPr>
          <p:nvPr>
            <p:ph type="sldNum" sz="quarter" idx="12"/>
          </p:nvPr>
        </p:nvSpPr>
        <p:spPr/>
        <p:txBody>
          <a:bodyPr/>
          <a:lstStyle/>
          <a:p>
            <a:fld id="{14DFC975-2FD7-44A5-9E78-ECBA46156075}" type="slidenum">
              <a:rPr lang="en-US" smtClean="0"/>
              <a:t>1</a:t>
            </a:fld>
            <a:endParaRPr lang="en-US"/>
          </a:p>
        </p:txBody>
      </p:sp>
    </p:spTree>
    <p:extLst>
      <p:ext uri="{BB962C8B-B14F-4D97-AF65-F5344CB8AC3E}">
        <p14:creationId xmlns:p14="http://schemas.microsoft.com/office/powerpoint/2010/main" val="1939591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D7BC6-70B6-8164-566E-2CA2EA218109}"/>
              </a:ext>
            </a:extLst>
          </p:cNvPr>
          <p:cNvSpPr>
            <a:spLocks noGrp="1"/>
          </p:cNvSpPr>
          <p:nvPr>
            <p:ph type="title"/>
          </p:nvPr>
        </p:nvSpPr>
        <p:spPr>
          <a:xfrm>
            <a:off x="1521722" y="565881"/>
            <a:ext cx="5378698" cy="807830"/>
          </a:xfrm>
        </p:spPr>
        <p:txBody>
          <a:bodyPr>
            <a:normAutofit/>
          </a:bodyPr>
          <a:lstStyle/>
          <a:p>
            <a:r>
              <a:rPr lang="en-US" sz="4000" dirty="0"/>
              <a:t>CONTENT</a:t>
            </a:r>
            <a:r>
              <a:rPr lang="en-US" sz="2800" dirty="0"/>
              <a:t>	 </a:t>
            </a:r>
          </a:p>
        </p:txBody>
      </p:sp>
      <p:sp>
        <p:nvSpPr>
          <p:cNvPr id="3" name="Content Placeholder 2">
            <a:extLst>
              <a:ext uri="{FF2B5EF4-FFF2-40B4-BE49-F238E27FC236}">
                <a16:creationId xmlns:a16="http://schemas.microsoft.com/office/drawing/2014/main" id="{CD6DFEFD-9CC5-C1D3-3EF0-539FAFB1BD9E}"/>
              </a:ext>
            </a:extLst>
          </p:cNvPr>
          <p:cNvSpPr>
            <a:spLocks noGrp="1"/>
          </p:cNvSpPr>
          <p:nvPr>
            <p:ph idx="1"/>
          </p:nvPr>
        </p:nvSpPr>
        <p:spPr>
          <a:xfrm>
            <a:off x="1521722" y="1962052"/>
            <a:ext cx="9486690" cy="3926152"/>
          </a:xfrm>
        </p:spPr>
        <p:txBody>
          <a:bodyPr>
            <a:normAutofit lnSpcReduction="10000"/>
          </a:bodyPr>
          <a:lstStyle/>
          <a:p>
            <a:pPr marL="0" indent="0">
              <a:buNone/>
            </a:pPr>
            <a:r>
              <a:rPr lang="en-US" dirty="0"/>
              <a:t>1. Problem Statement</a:t>
            </a:r>
          </a:p>
          <a:p>
            <a:pPr marL="0" indent="0">
              <a:buNone/>
            </a:pPr>
            <a:r>
              <a:rPr lang="en-US" dirty="0"/>
              <a:t>2. Data</a:t>
            </a:r>
          </a:p>
          <a:p>
            <a:pPr marL="0" indent="0">
              <a:buNone/>
            </a:pPr>
            <a:r>
              <a:rPr lang="en-US" dirty="0"/>
              <a:t>3. Exploratory Data Analysis</a:t>
            </a:r>
          </a:p>
          <a:p>
            <a:pPr marL="0" indent="0">
              <a:buNone/>
            </a:pPr>
            <a:r>
              <a:rPr lang="en-US" dirty="0"/>
              <a:t>4. Feature Engineering &amp; Transformations</a:t>
            </a:r>
          </a:p>
          <a:p>
            <a:pPr marL="0" indent="0">
              <a:buNone/>
            </a:pPr>
            <a:r>
              <a:rPr lang="en-US" dirty="0"/>
              <a:t>5. Proposed Approaches</a:t>
            </a:r>
          </a:p>
          <a:p>
            <a:pPr marL="0" indent="0">
              <a:buNone/>
            </a:pPr>
            <a:r>
              <a:rPr lang="en-US" dirty="0"/>
              <a:t>6. Model Selection</a:t>
            </a:r>
          </a:p>
          <a:p>
            <a:pPr marL="0" indent="0">
              <a:buNone/>
            </a:pPr>
            <a:r>
              <a:rPr lang="en-US" dirty="0"/>
              <a:t>7. Results and Learnings from the methodology</a:t>
            </a:r>
          </a:p>
          <a:p>
            <a:pPr marL="0" indent="0">
              <a:buNone/>
            </a:pPr>
            <a:r>
              <a:rPr lang="en-US" dirty="0"/>
              <a:t>8. Future Work</a:t>
            </a:r>
          </a:p>
        </p:txBody>
      </p:sp>
      <p:sp>
        <p:nvSpPr>
          <p:cNvPr id="4" name="Slide Number Placeholder 3">
            <a:extLst>
              <a:ext uri="{FF2B5EF4-FFF2-40B4-BE49-F238E27FC236}">
                <a16:creationId xmlns:a16="http://schemas.microsoft.com/office/drawing/2014/main" id="{B083B052-2C6F-D793-31B6-BDA3EA4EE88D}"/>
              </a:ext>
            </a:extLst>
          </p:cNvPr>
          <p:cNvSpPr>
            <a:spLocks noGrp="1"/>
          </p:cNvSpPr>
          <p:nvPr>
            <p:ph type="sldNum" sz="quarter" idx="12"/>
          </p:nvPr>
        </p:nvSpPr>
        <p:spPr/>
        <p:txBody>
          <a:bodyPr/>
          <a:lstStyle/>
          <a:p>
            <a:fld id="{14DFC975-2FD7-44A5-9E78-ECBA46156075}" type="slidenum">
              <a:rPr lang="en-US" smtClean="0"/>
              <a:t>2</a:t>
            </a:fld>
            <a:endParaRPr lang="en-US"/>
          </a:p>
        </p:txBody>
      </p:sp>
    </p:spTree>
    <p:extLst>
      <p:ext uri="{BB962C8B-B14F-4D97-AF65-F5344CB8AC3E}">
        <p14:creationId xmlns:p14="http://schemas.microsoft.com/office/powerpoint/2010/main" val="257299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8C571-F3B7-59DF-C231-0C5FC31C5D40}"/>
              </a:ext>
            </a:extLst>
          </p:cNvPr>
          <p:cNvSpPr>
            <a:spLocks noGrp="1"/>
          </p:cNvSpPr>
          <p:nvPr>
            <p:ph type="title"/>
          </p:nvPr>
        </p:nvSpPr>
        <p:spPr>
          <a:xfrm>
            <a:off x="1587710" y="568485"/>
            <a:ext cx="9486690" cy="1137768"/>
          </a:xfrm>
        </p:spPr>
        <p:txBody>
          <a:bodyPr>
            <a:normAutofit/>
          </a:bodyPr>
          <a:lstStyle/>
          <a:p>
            <a:r>
              <a:rPr lang="en-US" sz="4000" dirty="0"/>
              <a:t>Problem Statement </a:t>
            </a:r>
          </a:p>
        </p:txBody>
      </p:sp>
      <p:sp>
        <p:nvSpPr>
          <p:cNvPr id="3" name="Content Placeholder 2">
            <a:extLst>
              <a:ext uri="{FF2B5EF4-FFF2-40B4-BE49-F238E27FC236}">
                <a16:creationId xmlns:a16="http://schemas.microsoft.com/office/drawing/2014/main" id="{4E3DE804-76A1-EF63-5A64-251E15F46943}"/>
              </a:ext>
            </a:extLst>
          </p:cNvPr>
          <p:cNvSpPr>
            <a:spLocks noGrp="1"/>
          </p:cNvSpPr>
          <p:nvPr>
            <p:ph idx="1"/>
          </p:nvPr>
        </p:nvSpPr>
        <p:spPr/>
        <p:txBody>
          <a:bodyPr/>
          <a:lstStyle/>
          <a:p>
            <a:r>
              <a:rPr lang="en-US" dirty="0"/>
              <a:t>The problem we aim to solve is the overwhelming task of finding the right book amidst a vast array of choices. With the ever-increasing availability of books, users often </a:t>
            </a:r>
            <a:r>
              <a:rPr lang="en-US" u="sng" dirty="0"/>
              <a:t>struggle to identify titles </a:t>
            </a:r>
            <a:r>
              <a:rPr lang="en-US" dirty="0"/>
              <a:t>that align with their interests and tastes. </a:t>
            </a:r>
          </a:p>
          <a:p>
            <a:pPr marL="0" indent="0">
              <a:buNone/>
            </a:pPr>
            <a:endParaRPr lang="en-US" dirty="0"/>
          </a:p>
          <a:p>
            <a:r>
              <a:rPr lang="en-US" dirty="0"/>
              <a:t>This challenge calls for an intelligent recommendation system that can analyze user preferences, understand book characteristics, and </a:t>
            </a:r>
            <a:r>
              <a:rPr lang="en-US" u="sng" dirty="0"/>
              <a:t>generate accurate and relevant recommendations</a:t>
            </a:r>
            <a:r>
              <a:rPr lang="en-US" dirty="0"/>
              <a:t>.</a:t>
            </a:r>
          </a:p>
        </p:txBody>
      </p:sp>
      <p:sp>
        <p:nvSpPr>
          <p:cNvPr id="4" name="Slide Number Placeholder 3">
            <a:extLst>
              <a:ext uri="{FF2B5EF4-FFF2-40B4-BE49-F238E27FC236}">
                <a16:creationId xmlns:a16="http://schemas.microsoft.com/office/drawing/2014/main" id="{4C17BDF0-A941-132A-A25A-EB463825DCA0}"/>
              </a:ext>
            </a:extLst>
          </p:cNvPr>
          <p:cNvSpPr>
            <a:spLocks noGrp="1"/>
          </p:cNvSpPr>
          <p:nvPr>
            <p:ph type="sldNum" sz="quarter" idx="12"/>
          </p:nvPr>
        </p:nvSpPr>
        <p:spPr/>
        <p:txBody>
          <a:bodyPr/>
          <a:lstStyle/>
          <a:p>
            <a:fld id="{14DFC975-2FD7-44A5-9E78-ECBA46156075}" type="slidenum">
              <a:rPr lang="en-US" smtClean="0"/>
              <a:t>3</a:t>
            </a:fld>
            <a:endParaRPr lang="en-US"/>
          </a:p>
        </p:txBody>
      </p:sp>
    </p:spTree>
    <p:extLst>
      <p:ext uri="{BB962C8B-B14F-4D97-AF65-F5344CB8AC3E}">
        <p14:creationId xmlns:p14="http://schemas.microsoft.com/office/powerpoint/2010/main" val="7941914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7A477-9CFD-37BE-9C2B-CA59EA7E2CE7}"/>
              </a:ext>
            </a:extLst>
          </p:cNvPr>
          <p:cNvSpPr>
            <a:spLocks noGrp="1"/>
          </p:cNvSpPr>
          <p:nvPr>
            <p:ph type="title"/>
          </p:nvPr>
        </p:nvSpPr>
        <p:spPr>
          <a:xfrm>
            <a:off x="1587710" y="559056"/>
            <a:ext cx="9486690" cy="1062353"/>
          </a:xfrm>
        </p:spPr>
        <p:txBody>
          <a:bodyPr/>
          <a:lstStyle/>
          <a:p>
            <a:r>
              <a:rPr lang="en-US" sz="4000" dirty="0"/>
              <a:t>Data</a:t>
            </a:r>
            <a:endParaRPr lang="en-US" dirty="0"/>
          </a:p>
        </p:txBody>
      </p:sp>
      <p:sp>
        <p:nvSpPr>
          <p:cNvPr id="3" name="Content Placeholder 2">
            <a:extLst>
              <a:ext uri="{FF2B5EF4-FFF2-40B4-BE49-F238E27FC236}">
                <a16:creationId xmlns:a16="http://schemas.microsoft.com/office/drawing/2014/main" id="{E777A97D-14F3-19F3-8BE2-9F20694DC6E1}"/>
              </a:ext>
            </a:extLst>
          </p:cNvPr>
          <p:cNvSpPr>
            <a:spLocks noGrp="1"/>
          </p:cNvSpPr>
          <p:nvPr>
            <p:ph idx="1"/>
          </p:nvPr>
        </p:nvSpPr>
        <p:spPr>
          <a:xfrm>
            <a:off x="1471339" y="1439545"/>
            <a:ext cx="6323754" cy="5418455"/>
          </a:xfrm>
        </p:spPr>
        <p:txBody>
          <a:bodyPr>
            <a:normAutofit fontScale="92500" lnSpcReduction="20000"/>
          </a:bodyPr>
          <a:lstStyle/>
          <a:p>
            <a:pPr marL="0" indent="0">
              <a:buNone/>
            </a:pPr>
            <a:r>
              <a:rPr lang="en-US" sz="2600" dirty="0"/>
              <a:t>The project involved three distinct datasets: Books, Users, and Ratings, each containing relevant information such as "Book-Author," "Book-Title," and "User-ID." </a:t>
            </a:r>
          </a:p>
          <a:p>
            <a:pPr marL="0" indent="0">
              <a:buNone/>
            </a:pPr>
            <a:r>
              <a:rPr lang="en-US" sz="2600" dirty="0"/>
              <a:t>The underlying assumption was the availability of common identifiers across datasets, facilitating their integration for collaborative filtering purposes. </a:t>
            </a:r>
          </a:p>
          <a:p>
            <a:pPr marL="0" indent="0">
              <a:buNone/>
            </a:pPr>
            <a:r>
              <a:rPr lang="en-US" sz="2600" dirty="0"/>
              <a:t>It was anticipated that the datasets would exhibit high data quality standards, including minimal missing values and empty columns, to ensure robust analysis and accurate recommendations.</a:t>
            </a:r>
          </a:p>
          <a:p>
            <a:pPr marL="0" indent="0" algn="ctr">
              <a:buNone/>
            </a:pPr>
            <a:endParaRPr lang="en-US" sz="1200" dirty="0"/>
          </a:p>
          <a:p>
            <a:pPr marL="0" indent="0" algn="ctr">
              <a:buNone/>
            </a:pPr>
            <a:r>
              <a:rPr lang="en-US" sz="1200" dirty="0"/>
              <a:t>https://www.kaggle.com/datasets/arashnic/book-recommendation-dataset</a:t>
            </a:r>
          </a:p>
        </p:txBody>
      </p:sp>
      <p:sp>
        <p:nvSpPr>
          <p:cNvPr id="4" name="Slide Number Placeholder 3">
            <a:extLst>
              <a:ext uri="{FF2B5EF4-FFF2-40B4-BE49-F238E27FC236}">
                <a16:creationId xmlns:a16="http://schemas.microsoft.com/office/drawing/2014/main" id="{3D428927-4ECA-CBDD-9571-721CA0291FD1}"/>
              </a:ext>
            </a:extLst>
          </p:cNvPr>
          <p:cNvSpPr>
            <a:spLocks noGrp="1"/>
          </p:cNvSpPr>
          <p:nvPr>
            <p:ph type="sldNum" sz="quarter" idx="12"/>
          </p:nvPr>
        </p:nvSpPr>
        <p:spPr/>
        <p:txBody>
          <a:bodyPr/>
          <a:lstStyle/>
          <a:p>
            <a:fld id="{14DFC975-2FD7-44A5-9E78-ECBA46156075}" type="slidenum">
              <a:rPr lang="en-US" smtClean="0"/>
              <a:t>4</a:t>
            </a:fld>
            <a:endParaRPr lang="en-US"/>
          </a:p>
        </p:txBody>
      </p:sp>
      <p:pic>
        <p:nvPicPr>
          <p:cNvPr id="8" name="Picture 7">
            <a:extLst>
              <a:ext uri="{FF2B5EF4-FFF2-40B4-BE49-F238E27FC236}">
                <a16:creationId xmlns:a16="http://schemas.microsoft.com/office/drawing/2014/main" id="{B560C347-4353-7AE2-441E-F0DB2E5143A2}"/>
              </a:ext>
            </a:extLst>
          </p:cNvPr>
          <p:cNvPicPr>
            <a:picLocks noChangeAspect="1"/>
          </p:cNvPicPr>
          <p:nvPr/>
        </p:nvPicPr>
        <p:blipFill>
          <a:blip r:embed="rId2"/>
          <a:stretch>
            <a:fillRect/>
          </a:stretch>
        </p:blipFill>
        <p:spPr>
          <a:xfrm>
            <a:off x="8483601" y="3877043"/>
            <a:ext cx="2994550" cy="1929295"/>
          </a:xfrm>
          <a:prstGeom prst="rect">
            <a:avLst/>
          </a:prstGeom>
        </p:spPr>
      </p:pic>
      <p:pic>
        <p:nvPicPr>
          <p:cNvPr id="10" name="Picture 9">
            <a:extLst>
              <a:ext uri="{FF2B5EF4-FFF2-40B4-BE49-F238E27FC236}">
                <a16:creationId xmlns:a16="http://schemas.microsoft.com/office/drawing/2014/main" id="{E027CDF3-0FA2-258D-0005-61EF332F940D}"/>
              </a:ext>
            </a:extLst>
          </p:cNvPr>
          <p:cNvPicPr>
            <a:picLocks noChangeAspect="1"/>
          </p:cNvPicPr>
          <p:nvPr/>
        </p:nvPicPr>
        <p:blipFill>
          <a:blip r:embed="rId3"/>
          <a:stretch>
            <a:fillRect/>
          </a:stretch>
        </p:blipFill>
        <p:spPr>
          <a:xfrm>
            <a:off x="8198844" y="911684"/>
            <a:ext cx="3564064" cy="1905962"/>
          </a:xfrm>
          <a:prstGeom prst="rect">
            <a:avLst/>
          </a:prstGeom>
        </p:spPr>
      </p:pic>
    </p:spTree>
    <p:extLst>
      <p:ext uri="{BB962C8B-B14F-4D97-AF65-F5344CB8AC3E}">
        <p14:creationId xmlns:p14="http://schemas.microsoft.com/office/powerpoint/2010/main" val="495226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43781-D224-948C-5DB5-AEF2C3092109}"/>
              </a:ext>
            </a:extLst>
          </p:cNvPr>
          <p:cNvSpPr>
            <a:spLocks noGrp="1"/>
          </p:cNvSpPr>
          <p:nvPr>
            <p:ph type="title"/>
          </p:nvPr>
        </p:nvSpPr>
        <p:spPr>
          <a:xfrm>
            <a:off x="1587710" y="559058"/>
            <a:ext cx="9486690" cy="854963"/>
          </a:xfrm>
        </p:spPr>
        <p:txBody>
          <a:bodyPr/>
          <a:lstStyle/>
          <a:p>
            <a:r>
              <a:rPr lang="en-US" dirty="0"/>
              <a:t>Exploratory Data Analysis</a:t>
            </a:r>
          </a:p>
        </p:txBody>
      </p:sp>
      <p:sp>
        <p:nvSpPr>
          <p:cNvPr id="3" name="Content Placeholder 2">
            <a:extLst>
              <a:ext uri="{FF2B5EF4-FFF2-40B4-BE49-F238E27FC236}">
                <a16:creationId xmlns:a16="http://schemas.microsoft.com/office/drawing/2014/main" id="{BD59C63D-70E2-D4CC-D149-C0793843DD2B}"/>
              </a:ext>
            </a:extLst>
          </p:cNvPr>
          <p:cNvSpPr>
            <a:spLocks noGrp="1"/>
          </p:cNvSpPr>
          <p:nvPr>
            <p:ph idx="1"/>
          </p:nvPr>
        </p:nvSpPr>
        <p:spPr>
          <a:xfrm>
            <a:off x="1587710" y="1640264"/>
            <a:ext cx="9486690" cy="4445904"/>
          </a:xfrm>
        </p:spPr>
        <p:txBody>
          <a:bodyPr>
            <a:normAutofit/>
          </a:bodyPr>
          <a:lstStyle/>
          <a:p>
            <a:r>
              <a:rPr lang="en-US" dirty="0"/>
              <a:t>During the exploratory data analysis (EDA) phase, the focus was narrowed to specific columns required for the recommender model: "User-ID," "Book-Rating," and "Book-Title." </a:t>
            </a:r>
          </a:p>
          <a:p>
            <a:r>
              <a:rPr lang="en-US" dirty="0"/>
              <a:t>The analysis primarily involved examining null and duplicate values within these columns. The objective was to ensure maximum utilization of ratings data while excluding duplicate user entries to maintain data integrity and accuracy in the recommendation process.</a:t>
            </a:r>
          </a:p>
        </p:txBody>
      </p:sp>
      <p:sp>
        <p:nvSpPr>
          <p:cNvPr id="4" name="Slide Number Placeholder 3">
            <a:extLst>
              <a:ext uri="{FF2B5EF4-FFF2-40B4-BE49-F238E27FC236}">
                <a16:creationId xmlns:a16="http://schemas.microsoft.com/office/drawing/2014/main" id="{15C1A645-7523-1DEC-ACF2-049815447F43}"/>
              </a:ext>
            </a:extLst>
          </p:cNvPr>
          <p:cNvSpPr>
            <a:spLocks noGrp="1"/>
          </p:cNvSpPr>
          <p:nvPr>
            <p:ph type="sldNum" sz="quarter" idx="12"/>
          </p:nvPr>
        </p:nvSpPr>
        <p:spPr/>
        <p:txBody>
          <a:bodyPr/>
          <a:lstStyle/>
          <a:p>
            <a:fld id="{14DFC975-2FD7-44A5-9E78-ECBA46156075}" type="slidenum">
              <a:rPr lang="en-US" smtClean="0"/>
              <a:t>5</a:t>
            </a:fld>
            <a:endParaRPr lang="en-US"/>
          </a:p>
        </p:txBody>
      </p:sp>
      <p:pic>
        <p:nvPicPr>
          <p:cNvPr id="6" name="Picture 5">
            <a:extLst>
              <a:ext uri="{FF2B5EF4-FFF2-40B4-BE49-F238E27FC236}">
                <a16:creationId xmlns:a16="http://schemas.microsoft.com/office/drawing/2014/main" id="{B6E9A76A-68AA-2BE0-F9E0-A9B552F3F7FD}"/>
              </a:ext>
            </a:extLst>
          </p:cNvPr>
          <p:cNvPicPr>
            <a:picLocks noChangeAspect="1"/>
          </p:cNvPicPr>
          <p:nvPr/>
        </p:nvPicPr>
        <p:blipFill>
          <a:blip r:embed="rId2"/>
          <a:stretch>
            <a:fillRect/>
          </a:stretch>
        </p:blipFill>
        <p:spPr>
          <a:xfrm>
            <a:off x="3125504" y="4590350"/>
            <a:ext cx="2250601" cy="1982293"/>
          </a:xfrm>
          <a:prstGeom prst="rect">
            <a:avLst/>
          </a:prstGeom>
        </p:spPr>
      </p:pic>
      <p:pic>
        <p:nvPicPr>
          <p:cNvPr id="8" name="Picture 7">
            <a:extLst>
              <a:ext uri="{FF2B5EF4-FFF2-40B4-BE49-F238E27FC236}">
                <a16:creationId xmlns:a16="http://schemas.microsoft.com/office/drawing/2014/main" id="{9AD5C8D3-10DA-D43E-8E08-CAF0C2EDF316}"/>
              </a:ext>
            </a:extLst>
          </p:cNvPr>
          <p:cNvPicPr>
            <a:picLocks noChangeAspect="1"/>
          </p:cNvPicPr>
          <p:nvPr/>
        </p:nvPicPr>
        <p:blipFill>
          <a:blip r:embed="rId3"/>
          <a:stretch>
            <a:fillRect/>
          </a:stretch>
        </p:blipFill>
        <p:spPr>
          <a:xfrm>
            <a:off x="7606036" y="4596141"/>
            <a:ext cx="2074349" cy="1976502"/>
          </a:xfrm>
          <a:prstGeom prst="rect">
            <a:avLst/>
          </a:prstGeom>
        </p:spPr>
      </p:pic>
    </p:spTree>
    <p:extLst>
      <p:ext uri="{BB962C8B-B14F-4D97-AF65-F5344CB8AC3E}">
        <p14:creationId xmlns:p14="http://schemas.microsoft.com/office/powerpoint/2010/main" val="442625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74D15-1CDD-9B3B-5B15-D5CB26BC21B6}"/>
              </a:ext>
            </a:extLst>
          </p:cNvPr>
          <p:cNvSpPr>
            <a:spLocks noGrp="1"/>
          </p:cNvSpPr>
          <p:nvPr>
            <p:ph type="title"/>
          </p:nvPr>
        </p:nvSpPr>
        <p:spPr>
          <a:xfrm>
            <a:off x="1474588" y="609597"/>
            <a:ext cx="10242930" cy="964679"/>
          </a:xfrm>
        </p:spPr>
        <p:txBody>
          <a:bodyPr>
            <a:normAutofit/>
          </a:bodyPr>
          <a:lstStyle/>
          <a:p>
            <a:r>
              <a:rPr lang="en-US" sz="4000" dirty="0"/>
              <a:t>Feature Engineering &amp; Transformations</a:t>
            </a:r>
          </a:p>
        </p:txBody>
      </p:sp>
      <p:sp>
        <p:nvSpPr>
          <p:cNvPr id="3" name="Content Placeholder 2">
            <a:extLst>
              <a:ext uri="{FF2B5EF4-FFF2-40B4-BE49-F238E27FC236}">
                <a16:creationId xmlns:a16="http://schemas.microsoft.com/office/drawing/2014/main" id="{D3342526-3558-2FAA-EA57-A6E6B4A55F8A}"/>
              </a:ext>
            </a:extLst>
          </p:cNvPr>
          <p:cNvSpPr>
            <a:spLocks noGrp="1"/>
          </p:cNvSpPr>
          <p:nvPr>
            <p:ph idx="1"/>
          </p:nvPr>
        </p:nvSpPr>
        <p:spPr>
          <a:xfrm>
            <a:off x="1662884" y="1645920"/>
            <a:ext cx="9486690" cy="4857004"/>
          </a:xfrm>
        </p:spPr>
        <p:txBody>
          <a:bodyPr>
            <a:normAutofit/>
          </a:bodyPr>
          <a:lstStyle/>
          <a:p>
            <a:r>
              <a:rPr lang="en-US" sz="2000" dirty="0"/>
              <a:t>After merging the datasets based on common columns, the primary features utilized were "User-ID," "Book-Rating," and "Book-Title." These features were used to create a table with the respective indexes for each value</a:t>
            </a:r>
          </a:p>
          <a:p>
            <a:r>
              <a:rPr lang="en-US" sz="2000" dirty="0"/>
              <a:t> To refine the dataset, feature engineering techniques were applied to identify users who provided more than 100 and 200 reviews, as well as books that received at least 50 reviews</a:t>
            </a:r>
          </a:p>
          <a:p>
            <a:pPr marL="0" indent="0">
              <a:buNone/>
            </a:pPr>
            <a:endParaRPr lang="en-US" sz="2000" dirty="0"/>
          </a:p>
          <a:p>
            <a:pPr marL="0" indent="0">
              <a:buNone/>
            </a:pPr>
            <a:endParaRPr lang="en-US" sz="2000" dirty="0"/>
          </a:p>
          <a:p>
            <a:pPr marL="0" indent="0">
              <a:buNone/>
            </a:pPr>
            <a:endParaRPr lang="en-US" sz="2000" dirty="0"/>
          </a:p>
          <a:p>
            <a:r>
              <a:rPr lang="en-US" sz="2000" dirty="0"/>
              <a:t> Boolean indexing was employed to transform the columns using conditional arrays, enabling the extraction of targeted indexes from the filtered datasets.</a:t>
            </a:r>
          </a:p>
        </p:txBody>
      </p:sp>
      <p:sp>
        <p:nvSpPr>
          <p:cNvPr id="4" name="Slide Number Placeholder 3">
            <a:extLst>
              <a:ext uri="{FF2B5EF4-FFF2-40B4-BE49-F238E27FC236}">
                <a16:creationId xmlns:a16="http://schemas.microsoft.com/office/drawing/2014/main" id="{4D6DFC7C-10B9-D22C-F988-0364ED6A224F}"/>
              </a:ext>
            </a:extLst>
          </p:cNvPr>
          <p:cNvSpPr>
            <a:spLocks noGrp="1"/>
          </p:cNvSpPr>
          <p:nvPr>
            <p:ph type="sldNum" sz="quarter" idx="12"/>
          </p:nvPr>
        </p:nvSpPr>
        <p:spPr/>
        <p:txBody>
          <a:bodyPr/>
          <a:lstStyle/>
          <a:p>
            <a:fld id="{14DFC975-2FD7-44A5-9E78-ECBA46156075}" type="slidenum">
              <a:rPr lang="en-US" smtClean="0"/>
              <a:t>6</a:t>
            </a:fld>
            <a:endParaRPr lang="en-US"/>
          </a:p>
        </p:txBody>
      </p:sp>
      <p:pic>
        <p:nvPicPr>
          <p:cNvPr id="6" name="Picture 5">
            <a:extLst>
              <a:ext uri="{FF2B5EF4-FFF2-40B4-BE49-F238E27FC236}">
                <a16:creationId xmlns:a16="http://schemas.microsoft.com/office/drawing/2014/main" id="{69A1B717-BAF8-00B7-406F-DA11AED591A2}"/>
              </a:ext>
            </a:extLst>
          </p:cNvPr>
          <p:cNvPicPr>
            <a:picLocks noChangeAspect="1"/>
          </p:cNvPicPr>
          <p:nvPr/>
        </p:nvPicPr>
        <p:blipFill>
          <a:blip r:embed="rId2"/>
          <a:stretch>
            <a:fillRect/>
          </a:stretch>
        </p:blipFill>
        <p:spPr>
          <a:xfrm>
            <a:off x="2989906" y="4074422"/>
            <a:ext cx="6832645" cy="1188982"/>
          </a:xfrm>
          <a:prstGeom prst="rect">
            <a:avLst/>
          </a:prstGeom>
        </p:spPr>
      </p:pic>
    </p:spTree>
    <p:extLst>
      <p:ext uri="{BB962C8B-B14F-4D97-AF65-F5344CB8AC3E}">
        <p14:creationId xmlns:p14="http://schemas.microsoft.com/office/powerpoint/2010/main" val="2480521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75D03-5352-2349-1F09-402230F4AE90}"/>
              </a:ext>
            </a:extLst>
          </p:cNvPr>
          <p:cNvSpPr>
            <a:spLocks noGrp="1"/>
          </p:cNvSpPr>
          <p:nvPr>
            <p:ph type="title"/>
          </p:nvPr>
        </p:nvSpPr>
        <p:spPr>
          <a:xfrm>
            <a:off x="1587710" y="607763"/>
            <a:ext cx="9486690" cy="743518"/>
          </a:xfrm>
        </p:spPr>
        <p:txBody>
          <a:bodyPr>
            <a:normAutofit fontScale="90000"/>
          </a:bodyPr>
          <a:lstStyle/>
          <a:p>
            <a:r>
              <a:rPr lang="en-US" sz="4000" dirty="0"/>
              <a:t>Proposed Approaches</a:t>
            </a:r>
            <a:br>
              <a:rPr lang="en-US" sz="4000" dirty="0"/>
            </a:br>
            <a:endParaRPr lang="en-US" sz="4000" dirty="0"/>
          </a:p>
        </p:txBody>
      </p:sp>
      <p:sp>
        <p:nvSpPr>
          <p:cNvPr id="3" name="Content Placeholder 2">
            <a:extLst>
              <a:ext uri="{FF2B5EF4-FFF2-40B4-BE49-F238E27FC236}">
                <a16:creationId xmlns:a16="http://schemas.microsoft.com/office/drawing/2014/main" id="{26F597BD-DD77-26E1-FDC5-F627F22593BF}"/>
              </a:ext>
            </a:extLst>
          </p:cNvPr>
          <p:cNvSpPr>
            <a:spLocks noGrp="1"/>
          </p:cNvSpPr>
          <p:nvPr>
            <p:ph idx="1"/>
          </p:nvPr>
        </p:nvSpPr>
        <p:spPr>
          <a:xfrm>
            <a:off x="1587710" y="2058416"/>
            <a:ext cx="9486690" cy="4007104"/>
          </a:xfrm>
        </p:spPr>
        <p:txBody>
          <a:bodyPr/>
          <a:lstStyle/>
          <a:p>
            <a:pPr algn="l">
              <a:buFont typeface="+mj-lt"/>
              <a:buAutoNum type="arabicPeriod"/>
            </a:pPr>
            <a:r>
              <a:rPr lang="en-US" b="0" i="0" u="sng" dirty="0">
                <a:solidFill>
                  <a:srgbClr val="D1D5DB"/>
                </a:solidFill>
                <a:effectLst/>
                <a:latin typeface="Söhne"/>
              </a:rPr>
              <a:t>Collaborative Filtering</a:t>
            </a:r>
            <a:r>
              <a:rPr lang="en-US" b="0" i="0" dirty="0">
                <a:solidFill>
                  <a:srgbClr val="D1D5DB"/>
                </a:solidFill>
                <a:effectLst/>
                <a:latin typeface="Söhne"/>
              </a:rPr>
              <a:t>: Pros: Leverages user behavior, but cold-start problem and popularity bias. Cons: User behavior-driven, limited information for new users/items.</a:t>
            </a:r>
          </a:p>
          <a:p>
            <a:pPr algn="l">
              <a:buFont typeface="+mj-lt"/>
              <a:buAutoNum type="arabicPeriod"/>
            </a:pPr>
            <a:r>
              <a:rPr lang="en-US" b="0" i="0" u="sng" dirty="0">
                <a:solidFill>
                  <a:srgbClr val="D1D5DB"/>
                </a:solidFill>
                <a:effectLst/>
                <a:latin typeface="Söhne"/>
              </a:rPr>
              <a:t>Content/Popularity-Based Filtering</a:t>
            </a:r>
            <a:r>
              <a:rPr lang="en-US" b="0" i="0" dirty="0">
                <a:solidFill>
                  <a:srgbClr val="D1D5DB"/>
                </a:solidFill>
                <a:effectLst/>
                <a:latin typeface="Söhne"/>
              </a:rPr>
              <a:t>: Pros: Uses item characteristics, but limited serendipity and potential over-specialization. Cons: Item-driven, overlooks broader user preferences.</a:t>
            </a:r>
          </a:p>
          <a:p>
            <a:pPr algn="l">
              <a:buFont typeface="+mj-lt"/>
              <a:buAutoNum type="arabicPeriod"/>
            </a:pPr>
            <a:r>
              <a:rPr lang="en-US" b="0" i="0" u="sng" dirty="0">
                <a:solidFill>
                  <a:srgbClr val="D1D5DB"/>
                </a:solidFill>
                <a:effectLst/>
                <a:latin typeface="Söhne"/>
              </a:rPr>
              <a:t>Hybrid Approaches</a:t>
            </a:r>
            <a:r>
              <a:rPr lang="en-US" b="0" i="0" dirty="0">
                <a:solidFill>
                  <a:srgbClr val="D1D5DB"/>
                </a:solidFill>
                <a:effectLst/>
                <a:latin typeface="Söhne"/>
              </a:rPr>
              <a:t>: Pros: Combines collaborative and content-based filtering, accurate and diverse recommendations. Cons: Complex integration, challenges in balancing components effectively.</a:t>
            </a:r>
          </a:p>
          <a:p>
            <a:endParaRPr lang="en-US" dirty="0"/>
          </a:p>
        </p:txBody>
      </p:sp>
      <p:sp>
        <p:nvSpPr>
          <p:cNvPr id="4" name="Slide Number Placeholder 3">
            <a:extLst>
              <a:ext uri="{FF2B5EF4-FFF2-40B4-BE49-F238E27FC236}">
                <a16:creationId xmlns:a16="http://schemas.microsoft.com/office/drawing/2014/main" id="{20B06C04-20D5-8B3B-38EE-223A3151258F}"/>
              </a:ext>
            </a:extLst>
          </p:cNvPr>
          <p:cNvSpPr>
            <a:spLocks noGrp="1"/>
          </p:cNvSpPr>
          <p:nvPr>
            <p:ph type="sldNum" sz="quarter" idx="12"/>
          </p:nvPr>
        </p:nvSpPr>
        <p:spPr/>
        <p:txBody>
          <a:bodyPr/>
          <a:lstStyle/>
          <a:p>
            <a:fld id="{14DFC975-2FD7-44A5-9E78-ECBA46156075}" type="slidenum">
              <a:rPr lang="en-US" smtClean="0"/>
              <a:t>7</a:t>
            </a:fld>
            <a:endParaRPr lang="en-US"/>
          </a:p>
        </p:txBody>
      </p:sp>
    </p:spTree>
    <p:extLst>
      <p:ext uri="{BB962C8B-B14F-4D97-AF65-F5344CB8AC3E}">
        <p14:creationId xmlns:p14="http://schemas.microsoft.com/office/powerpoint/2010/main" val="2624986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B8622-9960-94F4-F955-11714264E165}"/>
              </a:ext>
            </a:extLst>
          </p:cNvPr>
          <p:cNvSpPr>
            <a:spLocks noGrp="1"/>
          </p:cNvSpPr>
          <p:nvPr>
            <p:ph type="title"/>
          </p:nvPr>
        </p:nvSpPr>
        <p:spPr/>
        <p:txBody>
          <a:bodyPr>
            <a:normAutofit/>
          </a:bodyPr>
          <a:lstStyle/>
          <a:p>
            <a:r>
              <a:rPr lang="en-US" sz="4000" dirty="0"/>
              <a:t>Model Selection</a:t>
            </a:r>
          </a:p>
        </p:txBody>
      </p:sp>
      <p:sp>
        <p:nvSpPr>
          <p:cNvPr id="3" name="Content Placeholder 2">
            <a:extLst>
              <a:ext uri="{FF2B5EF4-FFF2-40B4-BE49-F238E27FC236}">
                <a16:creationId xmlns:a16="http://schemas.microsoft.com/office/drawing/2014/main" id="{4731E5DA-CE8F-2454-4B75-AE13320131CF}"/>
              </a:ext>
            </a:extLst>
          </p:cNvPr>
          <p:cNvSpPr>
            <a:spLocks noGrp="1"/>
          </p:cNvSpPr>
          <p:nvPr>
            <p:ph idx="1"/>
          </p:nvPr>
        </p:nvSpPr>
        <p:spPr>
          <a:xfrm>
            <a:off x="1587710" y="1554480"/>
            <a:ext cx="9720370" cy="4848158"/>
          </a:xfrm>
        </p:spPr>
        <p:txBody>
          <a:bodyPr>
            <a:normAutofit/>
          </a:bodyPr>
          <a:lstStyle/>
          <a:p>
            <a:r>
              <a:rPr lang="en-US" sz="2000" dirty="0"/>
              <a:t>The decision to adopt a balanced approach of Collaborative filtering was based on its ability to consider user preferences rather than solely focusing on the weight or popularity of selections, as observed in content/popularity-based filtering.</a:t>
            </a:r>
          </a:p>
          <a:p>
            <a:pPr marL="0" indent="0">
              <a:buNone/>
            </a:pPr>
            <a:endParaRPr lang="en-US" sz="2000" dirty="0"/>
          </a:p>
          <a:p>
            <a:r>
              <a:rPr lang="en-US" sz="2000" dirty="0"/>
              <a:t>While hybrid approaches offer potential benefits, considering the project scope and dataset, a simple yet accommodating approach was deemed preferable due to ease of implementation and maintenance.</a:t>
            </a:r>
          </a:p>
          <a:p>
            <a:pPr marL="0" indent="0">
              <a:buNone/>
            </a:pPr>
            <a:r>
              <a:rPr lang="en-US" sz="2000" dirty="0"/>
              <a:t> </a:t>
            </a:r>
          </a:p>
          <a:p>
            <a:r>
              <a:rPr lang="en-US" sz="2000" u="sng" dirty="0"/>
              <a:t>Collaborative filtering </a:t>
            </a:r>
            <a:r>
              <a:rPr lang="en-US" sz="2000" dirty="0"/>
              <a:t>strikes a perfect balance by providing personalized recommendations while maintaining simplicity in the model.</a:t>
            </a:r>
          </a:p>
        </p:txBody>
      </p:sp>
      <p:sp>
        <p:nvSpPr>
          <p:cNvPr id="4" name="Slide Number Placeholder 3">
            <a:extLst>
              <a:ext uri="{FF2B5EF4-FFF2-40B4-BE49-F238E27FC236}">
                <a16:creationId xmlns:a16="http://schemas.microsoft.com/office/drawing/2014/main" id="{530E32B6-A4EC-3ACE-93E9-4085CEA771DA}"/>
              </a:ext>
            </a:extLst>
          </p:cNvPr>
          <p:cNvSpPr>
            <a:spLocks noGrp="1"/>
          </p:cNvSpPr>
          <p:nvPr>
            <p:ph type="sldNum" sz="quarter" idx="12"/>
          </p:nvPr>
        </p:nvSpPr>
        <p:spPr/>
        <p:txBody>
          <a:bodyPr/>
          <a:lstStyle/>
          <a:p>
            <a:fld id="{14DFC975-2FD7-44A5-9E78-ECBA46156075}" type="slidenum">
              <a:rPr lang="en-US" smtClean="0"/>
              <a:t>8</a:t>
            </a:fld>
            <a:endParaRPr lang="en-US"/>
          </a:p>
        </p:txBody>
      </p:sp>
    </p:spTree>
    <p:extLst>
      <p:ext uri="{BB962C8B-B14F-4D97-AF65-F5344CB8AC3E}">
        <p14:creationId xmlns:p14="http://schemas.microsoft.com/office/powerpoint/2010/main" val="477518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810BE-BA98-1932-0B73-A06B2261AFC6}"/>
              </a:ext>
            </a:extLst>
          </p:cNvPr>
          <p:cNvSpPr>
            <a:spLocks noGrp="1"/>
          </p:cNvSpPr>
          <p:nvPr>
            <p:ph type="title"/>
          </p:nvPr>
        </p:nvSpPr>
        <p:spPr>
          <a:xfrm>
            <a:off x="1270000" y="568959"/>
            <a:ext cx="8981440" cy="955041"/>
          </a:xfrm>
        </p:spPr>
        <p:txBody>
          <a:bodyPr>
            <a:normAutofit/>
          </a:bodyPr>
          <a:lstStyle/>
          <a:p>
            <a:r>
              <a:rPr lang="en-US" sz="4000" dirty="0"/>
              <a:t>Results and Learnings</a:t>
            </a:r>
          </a:p>
        </p:txBody>
      </p:sp>
      <p:sp>
        <p:nvSpPr>
          <p:cNvPr id="3" name="Content Placeholder 2">
            <a:extLst>
              <a:ext uri="{FF2B5EF4-FFF2-40B4-BE49-F238E27FC236}">
                <a16:creationId xmlns:a16="http://schemas.microsoft.com/office/drawing/2014/main" id="{9EB259B8-8D67-286D-E73F-C3AF574E0F2B}"/>
              </a:ext>
            </a:extLst>
          </p:cNvPr>
          <p:cNvSpPr>
            <a:spLocks noGrp="1"/>
          </p:cNvSpPr>
          <p:nvPr>
            <p:ph idx="1"/>
          </p:nvPr>
        </p:nvSpPr>
        <p:spPr>
          <a:xfrm>
            <a:off x="1351280" y="1813947"/>
            <a:ext cx="5252850" cy="4844027"/>
          </a:xfrm>
        </p:spPr>
        <p:txBody>
          <a:bodyPr>
            <a:normAutofit/>
          </a:bodyPr>
          <a:lstStyle/>
          <a:p>
            <a:r>
              <a:rPr lang="en-US" sz="2100" dirty="0"/>
              <a:t>Some users on Kaggle did not use proper selection of the ratings and the book features, which lead to poor results.</a:t>
            </a:r>
          </a:p>
          <a:p>
            <a:r>
              <a:rPr lang="en-US" sz="2100" dirty="0"/>
              <a:t>However, considering the variations in books in terms of authors and content, the feature thresholds were increased to users who gave &gt; 200 ratings. </a:t>
            </a:r>
          </a:p>
          <a:p>
            <a:r>
              <a:rPr lang="en-US" sz="2100" dirty="0"/>
              <a:t>This adjustment led to impressive improvements in the recommendation outcomes, indicating a more refined and accurate system.</a:t>
            </a:r>
          </a:p>
        </p:txBody>
      </p:sp>
      <p:sp>
        <p:nvSpPr>
          <p:cNvPr id="4" name="Slide Number Placeholder 3">
            <a:extLst>
              <a:ext uri="{FF2B5EF4-FFF2-40B4-BE49-F238E27FC236}">
                <a16:creationId xmlns:a16="http://schemas.microsoft.com/office/drawing/2014/main" id="{2ECFE556-3579-B977-B131-A056C6E52F40}"/>
              </a:ext>
            </a:extLst>
          </p:cNvPr>
          <p:cNvSpPr>
            <a:spLocks noGrp="1"/>
          </p:cNvSpPr>
          <p:nvPr>
            <p:ph type="sldNum" sz="quarter" idx="12"/>
          </p:nvPr>
        </p:nvSpPr>
        <p:spPr/>
        <p:txBody>
          <a:bodyPr/>
          <a:lstStyle/>
          <a:p>
            <a:fld id="{14DFC975-2FD7-44A5-9E78-ECBA46156075}" type="slidenum">
              <a:rPr lang="en-US" smtClean="0"/>
              <a:t>9</a:t>
            </a:fld>
            <a:endParaRPr lang="en-US"/>
          </a:p>
        </p:txBody>
      </p:sp>
      <p:pic>
        <p:nvPicPr>
          <p:cNvPr id="6" name="Picture 5" descr="A picture containing text, screenshot, font, line&#10;&#10;Description automatically generated">
            <a:extLst>
              <a:ext uri="{FF2B5EF4-FFF2-40B4-BE49-F238E27FC236}">
                <a16:creationId xmlns:a16="http://schemas.microsoft.com/office/drawing/2014/main" id="{BDE012BD-E64C-7A8B-5BE3-8776F22554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4972" y="1913491"/>
            <a:ext cx="5074910" cy="1197852"/>
          </a:xfrm>
          <a:prstGeom prst="rect">
            <a:avLst/>
          </a:prstGeom>
        </p:spPr>
      </p:pic>
      <p:pic>
        <p:nvPicPr>
          <p:cNvPr id="8" name="Picture 7">
            <a:extLst>
              <a:ext uri="{FF2B5EF4-FFF2-40B4-BE49-F238E27FC236}">
                <a16:creationId xmlns:a16="http://schemas.microsoft.com/office/drawing/2014/main" id="{02F22EFF-798E-118D-11F4-DA4B2173F9A5}"/>
              </a:ext>
            </a:extLst>
          </p:cNvPr>
          <p:cNvPicPr>
            <a:picLocks noChangeAspect="1"/>
          </p:cNvPicPr>
          <p:nvPr/>
        </p:nvPicPr>
        <p:blipFill>
          <a:blip r:embed="rId3"/>
          <a:stretch>
            <a:fillRect/>
          </a:stretch>
        </p:blipFill>
        <p:spPr>
          <a:xfrm>
            <a:off x="7045744" y="4357652"/>
            <a:ext cx="4566618" cy="1549388"/>
          </a:xfrm>
          <a:prstGeom prst="rect">
            <a:avLst/>
          </a:prstGeom>
        </p:spPr>
      </p:pic>
      <p:sp>
        <p:nvSpPr>
          <p:cNvPr id="9" name="TextBox 8">
            <a:extLst>
              <a:ext uri="{FF2B5EF4-FFF2-40B4-BE49-F238E27FC236}">
                <a16:creationId xmlns:a16="http://schemas.microsoft.com/office/drawing/2014/main" id="{FF15E63E-D074-2135-66AB-520A8A35AB4A}"/>
              </a:ext>
            </a:extLst>
          </p:cNvPr>
          <p:cNvSpPr txBox="1"/>
          <p:nvPr/>
        </p:nvSpPr>
        <p:spPr>
          <a:xfrm>
            <a:off x="8752840" y="1444615"/>
            <a:ext cx="1026160" cy="369332"/>
          </a:xfrm>
          <a:prstGeom prst="rect">
            <a:avLst/>
          </a:prstGeom>
          <a:noFill/>
        </p:spPr>
        <p:txBody>
          <a:bodyPr wrap="square" rtlCol="0">
            <a:spAutoFit/>
          </a:bodyPr>
          <a:lstStyle/>
          <a:p>
            <a:r>
              <a:rPr lang="en-US" dirty="0"/>
              <a:t>Before </a:t>
            </a:r>
          </a:p>
        </p:txBody>
      </p:sp>
      <p:sp>
        <p:nvSpPr>
          <p:cNvPr id="10" name="TextBox 9">
            <a:extLst>
              <a:ext uri="{FF2B5EF4-FFF2-40B4-BE49-F238E27FC236}">
                <a16:creationId xmlns:a16="http://schemas.microsoft.com/office/drawing/2014/main" id="{0B24EF46-ABE5-D13E-029F-5ACCBA87F6C1}"/>
              </a:ext>
            </a:extLst>
          </p:cNvPr>
          <p:cNvSpPr txBox="1"/>
          <p:nvPr/>
        </p:nvSpPr>
        <p:spPr>
          <a:xfrm>
            <a:off x="8902694" y="3866628"/>
            <a:ext cx="759465" cy="369332"/>
          </a:xfrm>
          <a:prstGeom prst="rect">
            <a:avLst/>
          </a:prstGeom>
          <a:noFill/>
        </p:spPr>
        <p:txBody>
          <a:bodyPr wrap="square" rtlCol="0">
            <a:spAutoFit/>
          </a:bodyPr>
          <a:lstStyle/>
          <a:p>
            <a:r>
              <a:rPr lang="en-US" dirty="0"/>
              <a:t>After </a:t>
            </a:r>
          </a:p>
        </p:txBody>
      </p:sp>
    </p:spTree>
    <p:extLst>
      <p:ext uri="{BB962C8B-B14F-4D97-AF65-F5344CB8AC3E}">
        <p14:creationId xmlns:p14="http://schemas.microsoft.com/office/powerpoint/2010/main" val="552093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B3D6E-D5E8-C0E6-8F21-005E0CDB64F1}"/>
              </a:ext>
            </a:extLst>
          </p:cNvPr>
          <p:cNvSpPr>
            <a:spLocks noGrp="1"/>
          </p:cNvSpPr>
          <p:nvPr>
            <p:ph type="title"/>
          </p:nvPr>
        </p:nvSpPr>
        <p:spPr>
          <a:xfrm>
            <a:off x="1587710" y="597603"/>
            <a:ext cx="4051090" cy="865438"/>
          </a:xfrm>
        </p:spPr>
        <p:txBody>
          <a:bodyPr>
            <a:normAutofit/>
          </a:bodyPr>
          <a:lstStyle/>
          <a:p>
            <a:r>
              <a:rPr lang="en-US" sz="4000" dirty="0"/>
              <a:t>Future Work</a:t>
            </a:r>
          </a:p>
        </p:txBody>
      </p:sp>
      <p:sp>
        <p:nvSpPr>
          <p:cNvPr id="3" name="Content Placeholder 2">
            <a:extLst>
              <a:ext uri="{FF2B5EF4-FFF2-40B4-BE49-F238E27FC236}">
                <a16:creationId xmlns:a16="http://schemas.microsoft.com/office/drawing/2014/main" id="{10257AA7-16BD-E4C1-BFF4-DD7985088F1D}"/>
              </a:ext>
            </a:extLst>
          </p:cNvPr>
          <p:cNvSpPr>
            <a:spLocks noGrp="1"/>
          </p:cNvSpPr>
          <p:nvPr>
            <p:ph idx="1"/>
          </p:nvPr>
        </p:nvSpPr>
        <p:spPr>
          <a:xfrm>
            <a:off x="1516590" y="1926336"/>
            <a:ext cx="9740690" cy="4037584"/>
          </a:xfrm>
        </p:spPr>
        <p:txBody>
          <a:bodyPr>
            <a:normAutofit/>
          </a:bodyPr>
          <a:lstStyle/>
          <a:p>
            <a:r>
              <a:rPr lang="en-US" dirty="0"/>
              <a:t>Improve content filtering: Enhance the content-based filtering by incorporating more comprehensive data on book attributes like genre, </a:t>
            </a:r>
            <a:r>
              <a:rPr lang="en-US" u="sng" dirty="0"/>
              <a:t>keywords</a:t>
            </a:r>
            <a:r>
              <a:rPr lang="en-US" dirty="0"/>
              <a:t>, and </a:t>
            </a:r>
            <a:r>
              <a:rPr lang="en-US" u="sng" dirty="0"/>
              <a:t>summaries</a:t>
            </a:r>
            <a:r>
              <a:rPr lang="en-US" dirty="0"/>
              <a:t> for more precise and personalized recommendations.</a:t>
            </a:r>
          </a:p>
          <a:p>
            <a:endParaRPr lang="en-US" dirty="0"/>
          </a:p>
          <a:p>
            <a:r>
              <a:rPr lang="en-US" u="sng" dirty="0"/>
              <a:t>Hybrid system integration</a:t>
            </a:r>
            <a:r>
              <a:rPr lang="en-US" dirty="0"/>
              <a:t>: Explore the integration of collaborative and content-based filtering techniques to develop a hybrid recommender system, combining their </a:t>
            </a:r>
            <a:r>
              <a:rPr lang="en-US" u="sng" dirty="0"/>
              <a:t>strengths for improved recommendation </a:t>
            </a:r>
            <a:r>
              <a:rPr lang="en-US" dirty="0"/>
              <a:t>accuracy and addressing the limitations of individual approaches.</a:t>
            </a:r>
          </a:p>
        </p:txBody>
      </p:sp>
      <p:sp>
        <p:nvSpPr>
          <p:cNvPr id="4" name="Slide Number Placeholder 3">
            <a:extLst>
              <a:ext uri="{FF2B5EF4-FFF2-40B4-BE49-F238E27FC236}">
                <a16:creationId xmlns:a16="http://schemas.microsoft.com/office/drawing/2014/main" id="{412D2DEA-8AD9-503A-B62E-2EF53A2922A2}"/>
              </a:ext>
            </a:extLst>
          </p:cNvPr>
          <p:cNvSpPr>
            <a:spLocks noGrp="1"/>
          </p:cNvSpPr>
          <p:nvPr>
            <p:ph type="sldNum" sz="quarter" idx="12"/>
          </p:nvPr>
        </p:nvSpPr>
        <p:spPr/>
        <p:txBody>
          <a:bodyPr/>
          <a:lstStyle/>
          <a:p>
            <a:fld id="{14DFC975-2FD7-44A5-9E78-ECBA46156075}" type="slidenum">
              <a:rPr lang="en-US" smtClean="0"/>
              <a:t>10</a:t>
            </a:fld>
            <a:endParaRPr lang="en-US"/>
          </a:p>
        </p:txBody>
      </p:sp>
    </p:spTree>
    <p:extLst>
      <p:ext uri="{BB962C8B-B14F-4D97-AF65-F5344CB8AC3E}">
        <p14:creationId xmlns:p14="http://schemas.microsoft.com/office/powerpoint/2010/main" val="1691589286"/>
      </p:ext>
    </p:extLst>
  </p:cSld>
  <p:clrMapOvr>
    <a:masterClrMapping/>
  </p:clrMapOvr>
</p:sld>
</file>

<file path=ppt/theme/theme1.xml><?xml version="1.0" encoding="utf-8"?>
<a:theme xmlns:a="http://schemas.openxmlformats.org/drawingml/2006/main" name="InterweaveVTI">
  <a:themeElements>
    <a:clrScheme name="Interweave-R1">
      <a:dk1>
        <a:srgbClr val="000000"/>
      </a:dk1>
      <a:lt1>
        <a:srgbClr val="FFFFFF"/>
      </a:lt1>
      <a:dk2>
        <a:srgbClr val="292C2D"/>
      </a:dk2>
      <a:lt2>
        <a:srgbClr val="DDDEDD"/>
      </a:lt2>
      <a:accent1>
        <a:srgbClr val="0BA5E8"/>
      </a:accent1>
      <a:accent2>
        <a:srgbClr val="5066E1"/>
      </a:accent2>
      <a:accent3>
        <a:srgbClr val="894EC0"/>
      </a:accent3>
      <a:accent4>
        <a:srgbClr val="E54196"/>
      </a:accent4>
      <a:accent5>
        <a:srgbClr val="BE4449"/>
      </a:accent5>
      <a:accent6>
        <a:srgbClr val="F55822"/>
      </a:accent6>
      <a:hlink>
        <a:srgbClr val="C22DD8"/>
      </a:hlink>
      <a:folHlink>
        <a:srgbClr val="737F82"/>
      </a:folHlink>
    </a:clrScheme>
    <a:fontScheme name="Interweave">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rweaveVTI" id="{2A5AE21D-FC75-4AD0-BC12-FA563BC24905}" vid="{9A4A41B8-EB69-44BB-8E15-B517E25CF8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394</TotalTime>
  <Words>711</Words>
  <Application>Microsoft Office PowerPoint</Application>
  <PresentationFormat>Widescreen</PresentationFormat>
  <Paragraphs>62</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Neue Haas Grotesk Text Pro</vt:lpstr>
      <vt:lpstr>Söhne</vt:lpstr>
      <vt:lpstr>InterweaveVTI</vt:lpstr>
      <vt:lpstr>Books Recommendation System </vt:lpstr>
      <vt:lpstr>CONTENT  </vt:lpstr>
      <vt:lpstr>Problem Statement </vt:lpstr>
      <vt:lpstr>Data</vt:lpstr>
      <vt:lpstr>Exploratory Data Analysis</vt:lpstr>
      <vt:lpstr>Feature Engineering &amp; Transformations</vt:lpstr>
      <vt:lpstr>Proposed Approaches </vt:lpstr>
      <vt:lpstr>Model Selection</vt:lpstr>
      <vt:lpstr>Results and Learnings</vt:lpstr>
      <vt:lpstr>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Books Recommendation System </dc:title>
  <dc:creator>Yash Verma</dc:creator>
  <cp:lastModifiedBy>Yash Verma</cp:lastModifiedBy>
  <cp:revision>1</cp:revision>
  <dcterms:created xsi:type="dcterms:W3CDTF">2023-05-24T21:38:03Z</dcterms:created>
  <dcterms:modified xsi:type="dcterms:W3CDTF">2023-05-25T04:17:32Z</dcterms:modified>
</cp:coreProperties>
</file>